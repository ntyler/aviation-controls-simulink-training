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0f898e2cfe406e" /><Relationship Type="http://schemas.openxmlformats.org/officeDocument/2006/relationships/extended-properties" Target="/docProps/app.xml" Id="R6f095060745d4bb4" /><Relationship Type="http://schemas.openxmlformats.org/officeDocument/2006/relationships/officeDocument" Target="/ppt/presentation.xml" Id="R7bd1a437a3ef425e" /></Relationships>
</file>

<file path=ppt/presentation.xml><?xml version="1.0" encoding="utf-8"?>
<p:presentation xmlns:p="http://schemas.openxmlformats.org/presentationml/2006/main">
  <p:sldMasterIdLst>
    <p:sldMasterId xmlns:r="http://schemas.openxmlformats.org/officeDocument/2006/relationships" id="2147483648" r:id="Rebb6a2c006fa469c"/>
  </p:sldMasterIdLst>
  <p:notesMasterIdLst>
    <p:notesMasterId xmlns:r="http://schemas.openxmlformats.org/officeDocument/2006/relationships" r:id="R89e88dcf1ee14b7a"/>
  </p:notesMasterIdLst>
  <p:sldIdLst>
    <p:sldId xmlns:r="http://schemas.openxmlformats.org/officeDocument/2006/relationships" id="256" r:id="Rd86a2a50bdbe4229"/>
    <p:sldId xmlns:r="http://schemas.openxmlformats.org/officeDocument/2006/relationships" id="257" r:id="R390111191773497f"/>
    <p:sldId xmlns:r="http://schemas.openxmlformats.org/officeDocument/2006/relationships" id="258" r:id="R2c2b4278aae34e7e"/>
    <p:sldId xmlns:r="http://schemas.openxmlformats.org/officeDocument/2006/relationships" id="259" r:id="R1db90ad9807b4806"/>
    <p:sldId xmlns:r="http://schemas.openxmlformats.org/officeDocument/2006/relationships" id="260" r:id="Rb7033f87e7e246a8"/>
    <p:sldId xmlns:r="http://schemas.openxmlformats.org/officeDocument/2006/relationships" id="261" r:id="Rd110d6421d394681"/>
    <p:sldId xmlns:r="http://schemas.openxmlformats.org/officeDocument/2006/relationships" id="262" r:id="R1061c455396d4ac1"/>
    <p:sldId xmlns:r="http://schemas.openxmlformats.org/officeDocument/2006/relationships" id="263" r:id="R745afb29f4a147a5"/>
    <p:sldId xmlns:r="http://schemas.openxmlformats.org/officeDocument/2006/relationships" id="264" r:id="R241c1a151d7747db"/>
    <p:sldId xmlns:r="http://schemas.openxmlformats.org/officeDocument/2006/relationships" id="265" r:id="R88a00a84dbd045d3"/>
    <p:sldId xmlns:r="http://schemas.openxmlformats.org/officeDocument/2006/relationships" id="266" r:id="Rdd97a37a59ba446e"/>
    <p:sldId xmlns:r="http://schemas.openxmlformats.org/officeDocument/2006/relationships" id="267" r:id="Rd28a488b4a024253"/>
    <p:sldId xmlns:r="http://schemas.openxmlformats.org/officeDocument/2006/relationships" id="268" r:id="Ra17378dca9f84722"/>
    <p:sldId xmlns:r="http://schemas.openxmlformats.org/officeDocument/2006/relationships" id="269" r:id="R34df9d0263b440b7"/>
    <p:sldId xmlns:r="http://schemas.openxmlformats.org/officeDocument/2006/relationships" id="270" r:id="R8b2fb55153b14d45"/>
    <p:sldId xmlns:r="http://schemas.openxmlformats.org/officeDocument/2006/relationships" id="271" r:id="Rcfb47d7d2a5b41a5"/>
    <p:sldId xmlns:r="http://schemas.openxmlformats.org/officeDocument/2006/relationships" id="272" r:id="Reb09f6fbb1704bb4"/>
    <p:sldId xmlns:r="http://schemas.openxmlformats.org/officeDocument/2006/relationships" id="273" r:id="R17c1d3616d20419c"/>
    <p:sldId xmlns:r="http://schemas.openxmlformats.org/officeDocument/2006/relationships" id="274" r:id="Rc5579e30c72149d7"/>
    <p:sldId xmlns:r="http://schemas.openxmlformats.org/officeDocument/2006/relationships" id="275" r:id="R4890ece30b694b12"/>
    <p:sldId xmlns:r="http://schemas.openxmlformats.org/officeDocument/2006/relationships" id="276" r:id="R4c3d4bf82f014661"/>
    <p:sldId xmlns:r="http://schemas.openxmlformats.org/officeDocument/2006/relationships" id="277" r:id="R9257b93aaa4342f2"/>
    <p:sldId xmlns:r="http://schemas.openxmlformats.org/officeDocument/2006/relationships" id="278" r:id="R66648e9bdf6f4ded"/>
    <p:sldId xmlns:r="http://schemas.openxmlformats.org/officeDocument/2006/relationships" id="279" r:id="R353b8c1dfab44267"/>
    <p:sldId xmlns:r="http://schemas.openxmlformats.org/officeDocument/2006/relationships" id="280" r:id="R3a175d7fb0724cae"/>
    <p:sldId xmlns:r="http://schemas.openxmlformats.org/officeDocument/2006/relationships" id="281" r:id="R92f878c8cfe5452b"/>
    <p:sldId xmlns:r="http://schemas.openxmlformats.org/officeDocument/2006/relationships" id="282" r:id="Rb5bfe07729774d19"/>
    <p:sldId xmlns:r="http://schemas.openxmlformats.org/officeDocument/2006/relationships" id="283" r:id="Re591b3bbdbc64ea0"/>
    <p:sldId xmlns:r="http://schemas.openxmlformats.org/officeDocument/2006/relationships" id="284" r:id="R7719e9c4bf8e4f29"/>
    <p:sldId xmlns:r="http://schemas.openxmlformats.org/officeDocument/2006/relationships" id="285" r:id="R6bbf96ad3a574ea5"/>
    <p:sldId xmlns:r="http://schemas.openxmlformats.org/officeDocument/2006/relationships" id="286" r:id="R9273a643ccf24fa3"/>
    <p:sldId xmlns:r="http://schemas.openxmlformats.org/officeDocument/2006/relationships" id="287" r:id="Rd5d6e299df08422d"/>
    <p:sldId xmlns:r="http://schemas.openxmlformats.org/officeDocument/2006/relationships" id="288" r:id="R61ac551588ae42d2"/>
    <p:sldId xmlns:r="http://schemas.openxmlformats.org/officeDocument/2006/relationships" id="289" r:id="R344187c133694b8d"/>
    <p:sldId xmlns:r="http://schemas.openxmlformats.org/officeDocument/2006/relationships" id="290" r:id="Recf32aeec2dc4219"/>
    <p:sldId xmlns:r="http://schemas.openxmlformats.org/officeDocument/2006/relationships" id="291" r:id="Rff4e3ae1fd394951"/>
    <p:sldId xmlns:r="http://schemas.openxmlformats.org/officeDocument/2006/relationships" id="292" r:id="Re2630b9fd4bc4057"/>
    <p:sldId xmlns:r="http://schemas.openxmlformats.org/officeDocument/2006/relationships" id="293" r:id="R77a5bdb78c774148"/>
    <p:sldId xmlns:r="http://schemas.openxmlformats.org/officeDocument/2006/relationships" id="294" r:id="Ra27a506ae4e94e6a"/>
    <p:sldId xmlns:r="http://schemas.openxmlformats.org/officeDocument/2006/relationships" id="295" r:id="Rfaa8096dd50e44e1"/>
    <p:sldId xmlns:r="http://schemas.openxmlformats.org/officeDocument/2006/relationships" id="296" r:id="Rc9d474d891f84f9b"/>
    <p:sldId xmlns:r="http://schemas.openxmlformats.org/officeDocument/2006/relationships" id="297" r:id="Rb7a48dbc7cc14890"/>
    <p:sldId xmlns:r="http://schemas.openxmlformats.org/officeDocument/2006/relationships" id="298" r:id="Rc9008fa203db40b7"/>
    <p:sldId xmlns:r="http://schemas.openxmlformats.org/officeDocument/2006/relationships" id="299" r:id="R1317aad29a7843e0"/>
    <p:sldId xmlns:r="http://schemas.openxmlformats.org/officeDocument/2006/relationships" id="300" r:id="R52f017cb410242c6"/>
    <p:sldId xmlns:r="http://schemas.openxmlformats.org/officeDocument/2006/relationships" id="301" r:id="R0440db0369ae415a"/>
    <p:sldId xmlns:r="http://schemas.openxmlformats.org/officeDocument/2006/relationships" id="302" r:id="Rbed43ca52b614803"/>
    <p:sldId xmlns:r="http://schemas.openxmlformats.org/officeDocument/2006/relationships" id="303" r:id="R3794b2ae0919432c"/>
    <p:sldId xmlns:r="http://schemas.openxmlformats.org/officeDocument/2006/relationships" id="304" r:id="Ra652abbb514c4079"/>
    <p:sldId xmlns:r="http://schemas.openxmlformats.org/officeDocument/2006/relationships" id="305" r:id="Re34726dca0f742f6"/>
    <p:sldId xmlns:r="http://schemas.openxmlformats.org/officeDocument/2006/relationships" id="306" r:id="R5b59d199c8294088"/>
    <p:sldId xmlns:r="http://schemas.openxmlformats.org/officeDocument/2006/relationships" id="307" r:id="R22b7b13889f240c6"/>
    <p:sldId xmlns:r="http://schemas.openxmlformats.org/officeDocument/2006/relationships" id="308" r:id="R8a756c315726441b"/>
    <p:sldId xmlns:r="http://schemas.openxmlformats.org/officeDocument/2006/relationships" id="309" r:id="R88e93ff42ac548af"/>
    <p:sldId xmlns:r="http://schemas.openxmlformats.org/officeDocument/2006/relationships" id="310" r:id="R3ff630b800ee4c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48a80b35a74444" /><Relationship Type="http://schemas.openxmlformats.org/officeDocument/2006/relationships/slideMaster" Target="/ppt/slideMasters/slideMaster1.xml" Id="Rebb6a2c006fa469c" /><Relationship Type="http://schemas.openxmlformats.org/officeDocument/2006/relationships/notesMaster" Target="/ppt/notesMasters/notesMaster1.xml" Id="R89e88dcf1ee14b7a" /><Relationship Type="http://schemas.openxmlformats.org/officeDocument/2006/relationships/presProps" Target="/ppt/presProps.xml" Id="R8996294668754b72" /><Relationship Type="http://schemas.openxmlformats.org/officeDocument/2006/relationships/viewProps" Target="/ppt/viewProps.xml" Id="Raee1b166088b49f2" /><Relationship Type="http://schemas.openxmlformats.org/officeDocument/2006/relationships/tableStyles" Target="/ppt/tableStyles.xml" Id="R4b627235b29348fc" /><Relationship Type="http://schemas.openxmlformats.org/officeDocument/2006/relationships/slide" Target="/ppt/slides/slide1.xml" Id="Rd86a2a50bdbe4229" /><Relationship Type="http://schemas.openxmlformats.org/officeDocument/2006/relationships/slide" Target="/ppt/slides/slide2.xml" Id="R390111191773497f" /><Relationship Type="http://schemas.openxmlformats.org/officeDocument/2006/relationships/slide" Target="/ppt/slides/slide3.xml" Id="R2c2b4278aae34e7e" /><Relationship Type="http://schemas.openxmlformats.org/officeDocument/2006/relationships/slide" Target="/ppt/slides/slide4.xml" Id="R1db90ad9807b4806" /><Relationship Type="http://schemas.openxmlformats.org/officeDocument/2006/relationships/slide" Target="/ppt/slides/slide5.xml" Id="Rb7033f87e7e246a8" /><Relationship Type="http://schemas.openxmlformats.org/officeDocument/2006/relationships/slide" Target="/ppt/slides/slide6.xml" Id="Rd110d6421d394681" /><Relationship Type="http://schemas.openxmlformats.org/officeDocument/2006/relationships/slide" Target="/ppt/slides/slide7.xml" Id="R1061c455396d4ac1" /><Relationship Type="http://schemas.openxmlformats.org/officeDocument/2006/relationships/slide" Target="/ppt/slides/slide8.xml" Id="R745afb29f4a147a5" /><Relationship Type="http://schemas.openxmlformats.org/officeDocument/2006/relationships/slide" Target="/ppt/slides/slide9.xml" Id="R241c1a151d7747db" /><Relationship Type="http://schemas.openxmlformats.org/officeDocument/2006/relationships/slide" Target="/ppt/slides/slide10.xml" Id="R88a00a84dbd045d3" /><Relationship Type="http://schemas.openxmlformats.org/officeDocument/2006/relationships/slide" Target="/ppt/slides/slide11.xml" Id="Rdd97a37a59ba446e" /><Relationship Type="http://schemas.openxmlformats.org/officeDocument/2006/relationships/slide" Target="/ppt/slides/slide12.xml" Id="Rd28a488b4a024253" /><Relationship Type="http://schemas.openxmlformats.org/officeDocument/2006/relationships/slide" Target="/ppt/slides/slide13.xml" Id="Ra17378dca9f84722" /><Relationship Type="http://schemas.openxmlformats.org/officeDocument/2006/relationships/slide" Target="/ppt/slides/slide14.xml" Id="R34df9d0263b440b7" /><Relationship Type="http://schemas.openxmlformats.org/officeDocument/2006/relationships/slide" Target="/ppt/slides/slide15.xml" Id="R8b2fb55153b14d45" /><Relationship Type="http://schemas.openxmlformats.org/officeDocument/2006/relationships/slide" Target="/ppt/slides/slide16.xml" Id="Rcfb47d7d2a5b41a5" /><Relationship Type="http://schemas.openxmlformats.org/officeDocument/2006/relationships/slide" Target="/ppt/slides/slide17.xml" Id="Reb09f6fbb1704bb4" /><Relationship Type="http://schemas.openxmlformats.org/officeDocument/2006/relationships/slide" Target="/ppt/slides/slide18.xml" Id="R17c1d3616d20419c" /><Relationship Type="http://schemas.openxmlformats.org/officeDocument/2006/relationships/slide" Target="/ppt/slides/slide19.xml" Id="Rc5579e30c72149d7" /><Relationship Type="http://schemas.openxmlformats.org/officeDocument/2006/relationships/slide" Target="/ppt/slides/slide20.xml" Id="R4890ece30b694b12" /><Relationship Type="http://schemas.openxmlformats.org/officeDocument/2006/relationships/slide" Target="/ppt/slides/slide21.xml" Id="R4c3d4bf82f014661" /><Relationship Type="http://schemas.openxmlformats.org/officeDocument/2006/relationships/slide" Target="/ppt/slides/slide22.xml" Id="R9257b93aaa4342f2" /><Relationship Type="http://schemas.openxmlformats.org/officeDocument/2006/relationships/slide" Target="/ppt/slides/slide23.xml" Id="R66648e9bdf6f4ded" /><Relationship Type="http://schemas.openxmlformats.org/officeDocument/2006/relationships/slide" Target="/ppt/slides/slide24.xml" Id="R353b8c1dfab44267" /><Relationship Type="http://schemas.openxmlformats.org/officeDocument/2006/relationships/slide" Target="/ppt/slides/slide25.xml" Id="R3a175d7fb0724cae" /><Relationship Type="http://schemas.openxmlformats.org/officeDocument/2006/relationships/slide" Target="/ppt/slides/slide26.xml" Id="R92f878c8cfe5452b" /><Relationship Type="http://schemas.openxmlformats.org/officeDocument/2006/relationships/slide" Target="/ppt/slides/slide27.xml" Id="Rb5bfe07729774d19" /><Relationship Type="http://schemas.openxmlformats.org/officeDocument/2006/relationships/slide" Target="/ppt/slides/slide28.xml" Id="Re591b3bbdbc64ea0" /><Relationship Type="http://schemas.openxmlformats.org/officeDocument/2006/relationships/slide" Target="/ppt/slides/slide29.xml" Id="R7719e9c4bf8e4f29" /><Relationship Type="http://schemas.openxmlformats.org/officeDocument/2006/relationships/slide" Target="/ppt/slides/slide30.xml" Id="R6bbf96ad3a574ea5" /><Relationship Type="http://schemas.openxmlformats.org/officeDocument/2006/relationships/slide" Target="/ppt/slides/slide31.xml" Id="R9273a643ccf24fa3" /><Relationship Type="http://schemas.openxmlformats.org/officeDocument/2006/relationships/slide" Target="/ppt/slides/slide32.xml" Id="Rd5d6e299df08422d" /><Relationship Type="http://schemas.openxmlformats.org/officeDocument/2006/relationships/slide" Target="/ppt/slides/slide33.xml" Id="R61ac551588ae42d2" /><Relationship Type="http://schemas.openxmlformats.org/officeDocument/2006/relationships/slide" Target="/ppt/slides/slide34.xml" Id="R344187c133694b8d" /><Relationship Type="http://schemas.openxmlformats.org/officeDocument/2006/relationships/slide" Target="/ppt/slides/slide35.xml" Id="Recf32aeec2dc4219" /><Relationship Type="http://schemas.openxmlformats.org/officeDocument/2006/relationships/slide" Target="/ppt/slides/slide36.xml" Id="Rff4e3ae1fd394951" /><Relationship Type="http://schemas.openxmlformats.org/officeDocument/2006/relationships/slide" Target="/ppt/slides/slide37.xml" Id="Re2630b9fd4bc4057" /><Relationship Type="http://schemas.openxmlformats.org/officeDocument/2006/relationships/slide" Target="/ppt/slides/slide38.xml" Id="R77a5bdb78c774148" /><Relationship Type="http://schemas.openxmlformats.org/officeDocument/2006/relationships/slide" Target="/ppt/slides/slide39.xml" Id="Ra27a506ae4e94e6a" /><Relationship Type="http://schemas.openxmlformats.org/officeDocument/2006/relationships/slide" Target="/ppt/slides/slide40.xml" Id="Rfaa8096dd50e44e1" /><Relationship Type="http://schemas.openxmlformats.org/officeDocument/2006/relationships/slide" Target="/ppt/slides/slide41.xml" Id="Rc9d474d891f84f9b" /><Relationship Type="http://schemas.openxmlformats.org/officeDocument/2006/relationships/slide" Target="/ppt/slides/slide42.xml" Id="Rb7a48dbc7cc14890" /><Relationship Type="http://schemas.openxmlformats.org/officeDocument/2006/relationships/slide" Target="/ppt/slides/slide43.xml" Id="Rc9008fa203db40b7" /><Relationship Type="http://schemas.openxmlformats.org/officeDocument/2006/relationships/slide" Target="/ppt/slides/slide44.xml" Id="R1317aad29a7843e0" /><Relationship Type="http://schemas.openxmlformats.org/officeDocument/2006/relationships/slide" Target="/ppt/slides/slide45.xml" Id="R52f017cb410242c6" /><Relationship Type="http://schemas.openxmlformats.org/officeDocument/2006/relationships/slide" Target="/ppt/slides/slide46.xml" Id="R0440db0369ae415a" /><Relationship Type="http://schemas.openxmlformats.org/officeDocument/2006/relationships/slide" Target="/ppt/slides/slide47.xml" Id="Rbed43ca52b614803" /><Relationship Type="http://schemas.openxmlformats.org/officeDocument/2006/relationships/slide" Target="/ppt/slides/slide48.xml" Id="R3794b2ae0919432c" /><Relationship Type="http://schemas.openxmlformats.org/officeDocument/2006/relationships/slide" Target="/ppt/slides/slide49.xml" Id="Ra652abbb514c4079" /><Relationship Type="http://schemas.openxmlformats.org/officeDocument/2006/relationships/slide" Target="/ppt/slides/slide50.xml" Id="Re34726dca0f742f6" /><Relationship Type="http://schemas.openxmlformats.org/officeDocument/2006/relationships/slide" Target="/ppt/slides/slide51.xml" Id="R5b59d199c8294088" /><Relationship Type="http://schemas.openxmlformats.org/officeDocument/2006/relationships/slide" Target="/ppt/slides/slide52.xml" Id="R22b7b13889f240c6" /><Relationship Type="http://schemas.openxmlformats.org/officeDocument/2006/relationships/slide" Target="/ppt/slides/slide53.xml" Id="R8a756c315726441b" /><Relationship Type="http://schemas.openxmlformats.org/officeDocument/2006/relationships/slide" Target="/ppt/slides/slide54.xml" Id="R88e93ff42ac548af" /><Relationship Type="http://schemas.openxmlformats.org/officeDocument/2006/relationships/slide" Target="/ppt/slides/slide55.xml" Id="R3ff630b800ee4c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e0a2487cdb44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812857bd304b1b" /><Relationship Type="http://schemas.openxmlformats.org/officeDocument/2006/relationships/notesMaster" Target="/ppt/notesMasters/notesMaster1.xml" Id="R1393a172add541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40d3d0555244cc" /><Relationship Type="http://schemas.openxmlformats.org/officeDocument/2006/relationships/notesMaster" Target="/ppt/notesMasters/notesMaster1.xml" Id="R1b7b154cd79445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cdb00902fc40e5" /><Relationship Type="http://schemas.openxmlformats.org/officeDocument/2006/relationships/notesMaster" Target="/ppt/notesMasters/notesMaster1.xml" Id="R4732eb5bb38148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d0549c387a42f9" /><Relationship Type="http://schemas.openxmlformats.org/officeDocument/2006/relationships/notesMaster" Target="/ppt/notesMasters/notesMaster1.xml" Id="R423910c9ac4a4b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6796d370874662" /><Relationship Type="http://schemas.openxmlformats.org/officeDocument/2006/relationships/notesMaster" Target="/ppt/notesMasters/notesMaster1.xml" Id="R4f4d6d1ebb784c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ded4e2a8d34e92" /><Relationship Type="http://schemas.openxmlformats.org/officeDocument/2006/relationships/notesMaster" Target="/ppt/notesMasters/notesMaster1.xml" Id="R9f429e1665d348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86b9f4204143a0" /><Relationship Type="http://schemas.openxmlformats.org/officeDocument/2006/relationships/notesMaster" Target="/ppt/notesMasters/notesMaster1.xml" Id="Rbe2b637dbc7b45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3c18b53c3541ac" /><Relationship Type="http://schemas.openxmlformats.org/officeDocument/2006/relationships/notesMaster" Target="/ppt/notesMasters/notesMaster1.xml" Id="R782ab425ec8f41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ca732ff5c54cd0" /><Relationship Type="http://schemas.openxmlformats.org/officeDocument/2006/relationships/notesMaster" Target="/ppt/notesMasters/notesMaster1.xml" Id="Rdc09f756abad41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9c92ead8f448dd" /><Relationship Type="http://schemas.openxmlformats.org/officeDocument/2006/relationships/notesMaster" Target="/ppt/notesMasters/notesMaster1.xml" Id="Rbe2580bdca7442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02241495db49f2" /><Relationship Type="http://schemas.openxmlformats.org/officeDocument/2006/relationships/notesMaster" Target="/ppt/notesMasters/notesMaster1.xml" Id="Rc98ae972d2474a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e157d100c94638" /><Relationship Type="http://schemas.openxmlformats.org/officeDocument/2006/relationships/notesMaster" Target="/ppt/notesMasters/notesMaster1.xml" Id="Rf6b8cedac52641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f9d69c4f1a40da" /><Relationship Type="http://schemas.openxmlformats.org/officeDocument/2006/relationships/notesMaster" Target="/ppt/notesMasters/notesMaster1.xml" Id="R1df4c77accf243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16b7543c434368" /><Relationship Type="http://schemas.openxmlformats.org/officeDocument/2006/relationships/notesMaster" Target="/ppt/notesMasters/notesMaster1.xml" Id="R7faefd00598544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c09f748e4e4722" /><Relationship Type="http://schemas.openxmlformats.org/officeDocument/2006/relationships/notesMaster" Target="/ppt/notesMasters/notesMaster1.xml" Id="R1e7dcd4db4c740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43363ed526432c" /><Relationship Type="http://schemas.openxmlformats.org/officeDocument/2006/relationships/notesMaster" Target="/ppt/notesMasters/notesMaster1.xml" Id="Rff559c377c7c46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c7674c7b4f4a45" /><Relationship Type="http://schemas.openxmlformats.org/officeDocument/2006/relationships/notesMaster" Target="/ppt/notesMasters/notesMaster1.xml" Id="Rb01380aafac949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51182846914421" /><Relationship Type="http://schemas.openxmlformats.org/officeDocument/2006/relationships/notesMaster" Target="/ppt/notesMasters/notesMaster1.xml" Id="R1c4c151107ad40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bdbe3205404631" /><Relationship Type="http://schemas.openxmlformats.org/officeDocument/2006/relationships/notesMaster" Target="/ppt/notesMasters/notesMaster1.xml" Id="Rf14e0e06364540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9c804306ca4acc" /><Relationship Type="http://schemas.openxmlformats.org/officeDocument/2006/relationships/notesMaster" Target="/ppt/notesMasters/notesMaster1.xml" Id="Rdbf7184e5bc74e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1d09d8f273448c" /><Relationship Type="http://schemas.openxmlformats.org/officeDocument/2006/relationships/notesMaster" Target="/ppt/notesMasters/notesMaster1.xml" Id="R18d4491667294f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e6d97cdda04cb0" /><Relationship Type="http://schemas.openxmlformats.org/officeDocument/2006/relationships/notesMaster" Target="/ppt/notesMasters/notesMaster1.xml" Id="Rf89771c537f74b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10d168f5224957" /><Relationship Type="http://schemas.openxmlformats.org/officeDocument/2006/relationships/notesMaster" Target="/ppt/notesMasters/notesMaster1.xml" Id="Rff73923cac5040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02ef3104fad4efc" /><Relationship Type="http://schemas.openxmlformats.org/officeDocument/2006/relationships/notesMaster" Target="/ppt/notesMasters/notesMaster1.xml" Id="R46fd59d56347472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c85e38e1b64af5" /><Relationship Type="http://schemas.openxmlformats.org/officeDocument/2006/relationships/notesMaster" Target="/ppt/notesMasters/notesMaster1.xml" Id="Rbfb6f4e80c2249a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3e3256fce914bcb" /><Relationship Type="http://schemas.openxmlformats.org/officeDocument/2006/relationships/notesMaster" Target="/ppt/notesMasters/notesMaster1.xml" Id="Re3ecbb6c10ec4c3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c45cd401aae4c1d" /><Relationship Type="http://schemas.openxmlformats.org/officeDocument/2006/relationships/notesMaster" Target="/ppt/notesMasters/notesMaster1.xml" Id="R99ac7cda7fbd4dd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ad275f723934941" /><Relationship Type="http://schemas.openxmlformats.org/officeDocument/2006/relationships/notesMaster" Target="/ppt/notesMasters/notesMaster1.xml" Id="R028c62d2a28f481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1f6703d36641e6" /><Relationship Type="http://schemas.openxmlformats.org/officeDocument/2006/relationships/notesMaster" Target="/ppt/notesMasters/notesMaster1.xml" Id="R84e06527c78b44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8afe7c48cbb4061" /><Relationship Type="http://schemas.openxmlformats.org/officeDocument/2006/relationships/notesMaster" Target="/ppt/notesMasters/notesMaster1.xml" Id="R9d32dad85fa94ce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c33aaf8bc94a52" /><Relationship Type="http://schemas.openxmlformats.org/officeDocument/2006/relationships/notesMaster" Target="/ppt/notesMasters/notesMaster1.xml" Id="Ra22d063bbd7648b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3651f1f728b428c" /><Relationship Type="http://schemas.openxmlformats.org/officeDocument/2006/relationships/notesMaster" Target="/ppt/notesMasters/notesMaster1.xml" Id="R962f251cbecd492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d03d9f9d25e4665" /><Relationship Type="http://schemas.openxmlformats.org/officeDocument/2006/relationships/notesMaster" Target="/ppt/notesMasters/notesMaster1.xml" Id="Rc5aac0da7eda45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889fa49d324625" /><Relationship Type="http://schemas.openxmlformats.org/officeDocument/2006/relationships/notesMaster" Target="/ppt/notesMasters/notesMaster1.xml" Id="R605dd394e8ab43a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7a382922eda4a31" /><Relationship Type="http://schemas.openxmlformats.org/officeDocument/2006/relationships/notesMaster" Target="/ppt/notesMasters/notesMaster1.xml" Id="R169277d4040f4a7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88854481a464b18" /><Relationship Type="http://schemas.openxmlformats.org/officeDocument/2006/relationships/notesMaster" Target="/ppt/notesMasters/notesMaster1.xml" Id="R715c4a6e7b99413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e89d3c9ccda4324" /><Relationship Type="http://schemas.openxmlformats.org/officeDocument/2006/relationships/notesMaster" Target="/ppt/notesMasters/notesMaster1.xml" Id="Rbca4dd8ff87945d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a5adb15cc3a4c75" /><Relationship Type="http://schemas.openxmlformats.org/officeDocument/2006/relationships/notesMaster" Target="/ppt/notesMasters/notesMaster1.xml" Id="Rb954beec9f1447e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14ad83ead0946f5" /><Relationship Type="http://schemas.openxmlformats.org/officeDocument/2006/relationships/notesMaster" Target="/ppt/notesMasters/notesMaster1.xml" Id="R37c114b485ce4a8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55e920ed9348a3" /><Relationship Type="http://schemas.openxmlformats.org/officeDocument/2006/relationships/notesMaster" Target="/ppt/notesMasters/notesMaster1.xml" Id="R6c0a27641264447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94f41e7f5ca4043" /><Relationship Type="http://schemas.openxmlformats.org/officeDocument/2006/relationships/notesMaster" Target="/ppt/notesMasters/notesMaster1.xml" Id="R08d4c1cd3a954e8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2c6f51c24e0488a" /><Relationship Type="http://schemas.openxmlformats.org/officeDocument/2006/relationships/notesMaster" Target="/ppt/notesMasters/notesMaster1.xml" Id="R046a76510a8a419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fa8ab93cc674a03" /><Relationship Type="http://schemas.openxmlformats.org/officeDocument/2006/relationships/notesMaster" Target="/ppt/notesMasters/notesMaster1.xml" Id="R4a003eb74cda4de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7292626dc2c473b" /><Relationship Type="http://schemas.openxmlformats.org/officeDocument/2006/relationships/notesMaster" Target="/ppt/notesMasters/notesMaster1.xml" Id="R14042a874140411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778307ad6cb4a12" /><Relationship Type="http://schemas.openxmlformats.org/officeDocument/2006/relationships/notesMaster" Target="/ppt/notesMasters/notesMaster1.xml" Id="R4b3f8aac273f4b6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f162c6ccf634170" /><Relationship Type="http://schemas.openxmlformats.org/officeDocument/2006/relationships/notesMaster" Target="/ppt/notesMasters/notesMaster1.xml" Id="R9e7af58902724c1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cdac287bb3e4cf1" /><Relationship Type="http://schemas.openxmlformats.org/officeDocument/2006/relationships/notesMaster" Target="/ppt/notesMasters/notesMaster1.xml" Id="R1b167c6f3d5449b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12484176a924aa0" /><Relationship Type="http://schemas.openxmlformats.org/officeDocument/2006/relationships/notesMaster" Target="/ppt/notesMasters/notesMaster1.xml" Id="Rcdbd07425d1f423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a38e94ecbc14459" /><Relationship Type="http://schemas.openxmlformats.org/officeDocument/2006/relationships/notesMaster" Target="/ppt/notesMasters/notesMaster1.xml" Id="R696786a036da403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d9fe897d64c4d29" /><Relationship Type="http://schemas.openxmlformats.org/officeDocument/2006/relationships/notesMaster" Target="/ppt/notesMasters/notesMaster1.xml" Id="R55b201b71caf4d4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da489c6d78947f9" /><Relationship Type="http://schemas.openxmlformats.org/officeDocument/2006/relationships/notesMaster" Target="/ppt/notesMasters/notesMaster1.xml" Id="R5e449afed96b409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08f81bce2244386" /><Relationship Type="http://schemas.openxmlformats.org/officeDocument/2006/relationships/notesMaster" Target="/ppt/notesMasters/notesMaster1.xml" Id="R91d2d2e3d9e24af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871e65783fb4aef" /><Relationship Type="http://schemas.openxmlformats.org/officeDocument/2006/relationships/notesMaster" Target="/ppt/notesMasters/notesMaster1.xml" Id="R2b5e4984f21c49b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0cdfbda2a6a4e63" /><Relationship Type="http://schemas.openxmlformats.org/officeDocument/2006/relationships/notesMaster" Target="/ppt/notesMasters/notesMaster1.xml" Id="R22a782d9f6674e4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513269592a3470e" /><Relationship Type="http://schemas.openxmlformats.org/officeDocument/2006/relationships/notesMaster" Target="/ppt/notesMasters/notesMaster1.xml" Id="Rbc5fdd074a9440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harness demonstration</a:t>
            </a:r>
          </a:p>
          <a:p xmlns:a="http://schemas.openxmlformats.org/drawingml/2006/main">
            <a:r>
              <a:t/>
            </a:r>
            <a:endParaRPr/>
          </a:p>
          <a:p xmlns:a="http://schemas.openxmlformats.org/drawingml/2006/main">
            <a:r>
              <a:t>Open PitchRateLimiter_Harness and press Ctrl+D before executing the assessment driver. Update Model evaluates parameters, propagates signal attributes and sample times, resolves referenced interfaces, and exposes update-time errors without advancing simulation time. The package validator used the equivalent SimulationCommand update and retained an 8/8 result. Ctrl+B is a separate code-generation build action: use it only after update succeeds and code generation is part of the approved task with the active target and toolchain configured. The repository contains GRT model-reference build intermediates for four child models, but no retained build report or evidence that a particular Ctrl+B action produced them.</a:t>
            </a:r>
          </a:p>
          <a:p xmlns:a="http://schemas.openxmlformats.org/drawingml/2006/main">
            <a:r>
              <a:t/>
            </a:r>
          </a:p>
          <a:p xmlns:a="http://schemas.openxmlformats.org/drawingml/2006/main">
            <a:r>
              <a:t>Caveats</a:t>
            </a:r>
            <a:endParaRPr/>
          </a:p>
          <a:p xmlns:a="http://schemas.openxmlformats.org/drawingml/2006/main">
            <a:r>
              <a:t>- 8/8 means all delivered models accepted update/compile; it does not mean eight files were edited.</a:t>
            </a:r>
          </a:p>
          <a:p xmlns:a="http://schemas.openxmlformats.org/drawingml/2006/main">
            <a:r>
              <a:t>- A build result depends on the active code-generation configuration and toolchain. Generated artifacts are not production-code approval.</a:t>
            </a:r>
          </a:p>
          <a:p xmlns:a="http://schemas.openxmlformats.org/drawingml/2006/main">
            <a:r>
              <a:t>- Simulink Coder is installed; Embedded Coder is unavailable. The retained GRT model-reference files are regeneration by-products, not production airborne software or certification evidence.</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results/model_reference_build/slprj/grt/</a:t>
            </a:r>
          </a:p>
          <a:p xmlns:a="http://schemas.openxmlformats.org/drawingml/2006/main">
            <a:r>
              <a:t>- results/environment_inventory.txt</a:t>
            </a:r>
          </a:p>
          <a:p xmlns:a="http://schemas.openxmlformats.org/drawingml/2006/main">
            <a:r>
              <a:t>- https://www.mathworks.com/help/simulink/ug/using-the-sim-command.html</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project-approved RCF artifact only after the model baseline, allocated system requirements, traceability, executed evidence, findings, and dispositions are complete. The record should identify the baseline and scope, list the requirement and evidence identifiers, identify the independent reviewer and approving authority, document open conditions, and capture the required signatures and dates. Where independence is required,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RCF is a project-defined term here. Do not expand the acronym or invent its authority unless the approved program plan or form defines it.</a:t>
            </a:r>
          </a:p>
          <a:p xmlns:a="http://schemas.openxmlformats.org/drawingml/2006/main">
            <a:r>
              <a:t>- No RCF, independent-review signature, or approval record was supplied in this training package; this slide is an explicit placeholder.</a:t>
            </a:r>
          </a:p>
          <a:p xmlns:a="http://schemas.openxmlformats.org/drawingml/2006/main">
            <a:r>
              <a:t>- Passing MIL assessments, Model Advisor checks, or Polyspace findings are evidence inputs; none is a substitute for the required independent review and authorized acceptance.</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a39d33d81c4a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dd088aac3a42fb" /><Relationship Type="http://schemas.openxmlformats.org/officeDocument/2006/relationships/slideLayout" Target="/ppt/slideLayouts/slideLayout1.xml" Id="Rb3e0aba4b0c34c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0aba4b0c34c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41121dcca64e8b" /><Relationship Type="http://schemas.openxmlformats.org/officeDocument/2006/relationships/notesSlide" Target="/ppt/notesSlides/notesSlide1.xml" Id="Rbf30c744ed2343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a38e923b6c47aa" /><Relationship Type="http://schemas.openxmlformats.org/officeDocument/2006/relationships/notesSlide" Target="/ppt/notesSlides/notesSlide2.xml" Id="R677823dd624a49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8567263d064e2a" /><Relationship Type="http://schemas.openxmlformats.org/officeDocument/2006/relationships/notesSlide" Target="/ppt/notesSlides/notesSlide3.xml" Id="R60ed64beeb0f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9b4d464117401b" /><Relationship Type="http://schemas.openxmlformats.org/officeDocument/2006/relationships/notesSlide" Target="/ppt/notesSlides/notesSlide4.xml" Id="R8b4cc58f88ce4b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ebd4a21fb8414b" /><Relationship Type="http://schemas.openxmlformats.org/officeDocument/2006/relationships/notesSlide" Target="/ppt/notesSlides/notesSlide5.xml" Id="R697f17302c6245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9d10b2353f4666" /><Relationship Type="http://schemas.openxmlformats.org/officeDocument/2006/relationships/notesSlide" Target="/ppt/notesSlides/notesSlide6.xml" Id="R2150d99c203e43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02d9b3ad7147ed" /><Relationship Type="http://schemas.openxmlformats.org/officeDocument/2006/relationships/notesSlide" Target="/ppt/notesSlides/notesSlide7.xml" Id="Rf814412225674d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6cfd314b5048ef" /><Relationship Type="http://schemas.openxmlformats.org/officeDocument/2006/relationships/image" Target="/ppt/media/image.jpeg" Id="Rc2ec9fff92f04c3a" /><Relationship Type="http://schemas.openxmlformats.org/officeDocument/2006/relationships/notesSlide" Target="/ppt/notesSlides/notesSlide8.xml" Id="R96ea0910fe7246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fb0e8263334f29" /><Relationship Type="http://schemas.openxmlformats.org/officeDocument/2006/relationships/image" Target="/ppt/media/image.png" Id="R2598df2bf68f4570" /><Relationship Type="http://schemas.openxmlformats.org/officeDocument/2006/relationships/notesSlide" Target="/ppt/notesSlides/notesSlide9.xml" Id="Rb02803a80ae54e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a6d72b39ff40ab" /><Relationship Type="http://schemas.openxmlformats.org/officeDocument/2006/relationships/image" Target="/ppt/media/image2.png" Id="R52473c55ac2e45b2" /><Relationship Type="http://schemas.openxmlformats.org/officeDocument/2006/relationships/notesSlide" Target="/ppt/notesSlides/notesSlide10.xml" Id="R0d6eb2c8f7b24e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52c3c9849d49f6" /><Relationship Type="http://schemas.openxmlformats.org/officeDocument/2006/relationships/image" Target="/ppt/media/image3.png" Id="R42f36b8123d5450e" /><Relationship Type="http://schemas.openxmlformats.org/officeDocument/2006/relationships/notesSlide" Target="/ppt/notesSlides/notesSlide11.xml" Id="Re8c3aab1b09043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f0c03de55b4891" /><Relationship Type="http://schemas.openxmlformats.org/officeDocument/2006/relationships/notesSlide" Target="/ppt/notesSlides/notesSlide12.xml" Id="R4da480769fab47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22c11a5fd9467b" /><Relationship Type="http://schemas.openxmlformats.org/officeDocument/2006/relationships/notesSlide" Target="/ppt/notesSlides/notesSlide13.xml" Id="Rd8182077f57a47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1033ddfc744d9b" /><Relationship Type="http://schemas.openxmlformats.org/officeDocument/2006/relationships/notesSlide" Target="/ppt/notesSlides/notesSlide14.xml" Id="R765fe4b4275842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61e9d66e674f50" /><Relationship Type="http://schemas.openxmlformats.org/officeDocument/2006/relationships/image" Target="/ppt/media/image2.jpeg" Id="Rcf98e52857724490" /><Relationship Type="http://schemas.openxmlformats.org/officeDocument/2006/relationships/notesSlide" Target="/ppt/notesSlides/notesSlide15.xml" Id="R5c37d179315243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0512df43f94f34" /><Relationship Type="http://schemas.openxmlformats.org/officeDocument/2006/relationships/image" Target="/ppt/media/image4.png" Id="R3e0525007a874aa1" /><Relationship Type="http://schemas.openxmlformats.org/officeDocument/2006/relationships/notesSlide" Target="/ppt/notesSlides/notesSlide16.xml" Id="Rd36a43bb3dac4a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1645dee8b3a4065" /><Relationship Type="http://schemas.openxmlformats.org/officeDocument/2006/relationships/image" Target="/ppt/media/image5.png" Id="R2d2912174f1340fe" /><Relationship Type="http://schemas.openxmlformats.org/officeDocument/2006/relationships/notesSlide" Target="/ppt/notesSlides/notesSlide17.xml" Id="R962b2cc7f4b64b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b9c0c481d24f1f" /><Relationship Type="http://schemas.openxmlformats.org/officeDocument/2006/relationships/image" Target="/ppt/media/image6.png" Id="R72c5becac0d849c3" /><Relationship Type="http://schemas.openxmlformats.org/officeDocument/2006/relationships/notesSlide" Target="/ppt/notesSlides/notesSlide18.xml" Id="R0235b96171ab47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a15564c49f4333" /><Relationship Type="http://schemas.openxmlformats.org/officeDocument/2006/relationships/image" Target="/ppt/media/image7.png" Id="Rab69bf0f27774467" /><Relationship Type="http://schemas.openxmlformats.org/officeDocument/2006/relationships/notesSlide" Target="/ppt/notesSlides/notesSlide19.xml" Id="R3428931aa6dc44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ad807d4cdb41aa" /><Relationship Type="http://schemas.openxmlformats.org/officeDocument/2006/relationships/image" Target="/ppt/media/image8.png" Id="Re40e1710625e4884" /><Relationship Type="http://schemas.openxmlformats.org/officeDocument/2006/relationships/notesSlide" Target="/ppt/notesSlides/notesSlide20.xml" Id="Rd99d92acfa8540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a90a592209345c3" /><Relationship Type="http://schemas.openxmlformats.org/officeDocument/2006/relationships/image" Target="/ppt/media/image3.jpeg" Id="R81576550836c46cb" /><Relationship Type="http://schemas.openxmlformats.org/officeDocument/2006/relationships/notesSlide" Target="/ppt/notesSlides/notesSlide21.xml" Id="Raa0e9ceba1e443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384676c7f454c18" /><Relationship Type="http://schemas.openxmlformats.org/officeDocument/2006/relationships/image" Target="/ppt/media/image4.jpeg" Id="R416a5e0e52b64c13" /><Relationship Type="http://schemas.openxmlformats.org/officeDocument/2006/relationships/notesSlide" Target="/ppt/notesSlides/notesSlide22.xml" Id="R249e4ee9e47d49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7fe475ea4654c7c" /><Relationship Type="http://schemas.openxmlformats.org/officeDocument/2006/relationships/image" Target="/ppt/media/image9.png" Id="Rcb0b73a7a9114639" /><Relationship Type="http://schemas.openxmlformats.org/officeDocument/2006/relationships/notesSlide" Target="/ppt/notesSlides/notesSlide23.xml" Id="R17c1f97287fc4d9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6663429b473488b" /><Relationship Type="http://schemas.openxmlformats.org/officeDocument/2006/relationships/image" Target="/ppt/media/image10.png" Id="R020b28de8d2d4a53" /><Relationship Type="http://schemas.openxmlformats.org/officeDocument/2006/relationships/notesSlide" Target="/ppt/notesSlides/notesSlide24.xml" Id="R47b23a061aaa46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a7f65a00b664eb5" /><Relationship Type="http://schemas.openxmlformats.org/officeDocument/2006/relationships/image" Target="/ppt/media/image11.png" Id="Re6ed50d0a69a42a3" /><Relationship Type="http://schemas.openxmlformats.org/officeDocument/2006/relationships/notesSlide" Target="/ppt/notesSlides/notesSlide25.xml" Id="Rd878fddc8831470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af83ec6f99c4b14" /><Relationship Type="http://schemas.openxmlformats.org/officeDocument/2006/relationships/image" Target="/ppt/media/image12.png" Id="Rd9c569b288704a12" /><Relationship Type="http://schemas.openxmlformats.org/officeDocument/2006/relationships/notesSlide" Target="/ppt/notesSlides/notesSlide26.xml" Id="Rfcb55c19ef4a4f6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86c63cf828f437f" /><Relationship Type="http://schemas.openxmlformats.org/officeDocument/2006/relationships/image" Target="/ppt/media/image13.png" Id="Rb50cfd4bb495466f" /><Relationship Type="http://schemas.openxmlformats.org/officeDocument/2006/relationships/notesSlide" Target="/ppt/notesSlides/notesSlide27.xml" Id="R8bee60768de646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62837b09bbf4765" /><Relationship Type="http://schemas.openxmlformats.org/officeDocument/2006/relationships/image" Target="/ppt/media/image14.png" Id="Rf74455ac91644d9e" /><Relationship Type="http://schemas.openxmlformats.org/officeDocument/2006/relationships/notesSlide" Target="/ppt/notesSlides/notesSlide28.xml" Id="R01a3f0e191aa402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2bccae20bfc4c54" /><Relationship Type="http://schemas.openxmlformats.org/officeDocument/2006/relationships/image" Target="/ppt/media/image15.png" Id="Re5a5159332594a3d" /><Relationship Type="http://schemas.openxmlformats.org/officeDocument/2006/relationships/notesSlide" Target="/ppt/notesSlides/notesSlide29.xml" Id="Rf2c3f74d5dfb428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7726525cd134828" /><Relationship Type="http://schemas.openxmlformats.org/officeDocument/2006/relationships/notesSlide" Target="/ppt/notesSlides/notesSlide30.xml" Id="R0c772b706b054e3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8c5360133664561" /><Relationship Type="http://schemas.openxmlformats.org/officeDocument/2006/relationships/notesSlide" Target="/ppt/notesSlides/notesSlide31.xml" Id="R92051c7ee53f4c3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4daf386e93546b7" /><Relationship Type="http://schemas.openxmlformats.org/officeDocument/2006/relationships/image" Target="/ppt/media/image3.png" Id="R20410974d28b4642" /><Relationship Type="http://schemas.openxmlformats.org/officeDocument/2006/relationships/notesSlide" Target="/ppt/notesSlides/notesSlide32.xml" Id="R0198f1cb0cd34ca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05718b94354459d" /><Relationship Type="http://schemas.openxmlformats.org/officeDocument/2006/relationships/image" Target="/ppt/media/image5.jpeg" Id="Rcf4f69a37a7b47fa" /><Relationship Type="http://schemas.openxmlformats.org/officeDocument/2006/relationships/notesSlide" Target="/ppt/notesSlides/notesSlide33.xml" Id="R33f6d0d894494b8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d5880887836465c" /><Relationship Type="http://schemas.openxmlformats.org/officeDocument/2006/relationships/image" Target="/ppt/media/image5.jpeg" Id="R41e6bc655a0846b2" /><Relationship Type="http://schemas.openxmlformats.org/officeDocument/2006/relationships/notesSlide" Target="/ppt/notesSlides/notesSlide34.xml" Id="Rc1c41124d1ec4f7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8894f6823c484f" /><Relationship Type="http://schemas.openxmlformats.org/officeDocument/2006/relationships/notesSlide" Target="/ppt/notesSlides/notesSlide35.xml" Id="R397d77aa2b1c4c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c40b495169a4db8" /><Relationship Type="http://schemas.openxmlformats.org/officeDocument/2006/relationships/notesSlide" Target="/ppt/notesSlides/notesSlide36.xml" Id="R40216d5e395e41f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46a4c3cd85f497b" /><Relationship Type="http://schemas.openxmlformats.org/officeDocument/2006/relationships/notesSlide" Target="/ppt/notesSlides/notesSlide37.xml" Id="R61ca76ac673f489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0fbdfd3beb54d48" /><Relationship Type="http://schemas.openxmlformats.org/officeDocument/2006/relationships/notesSlide" Target="/ppt/notesSlides/notesSlide38.xml" Id="Rcffe2c3191bf48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f5c81bff37a40ea" /><Relationship Type="http://schemas.openxmlformats.org/officeDocument/2006/relationships/notesSlide" Target="/ppt/notesSlides/notesSlide39.xml" Id="R35a452ded192461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9fb47541ffb4c7a" /><Relationship Type="http://schemas.openxmlformats.org/officeDocument/2006/relationships/notesSlide" Target="/ppt/notesSlides/notesSlide40.xml" Id="Rdafbe091f9bc4a0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0ef026e6a0445c7" /><Relationship Type="http://schemas.openxmlformats.org/officeDocument/2006/relationships/notesSlide" Target="/ppt/notesSlides/notesSlide41.xml" Id="R205aad4cd9a74f7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316e364f38d47bd" /><Relationship Type="http://schemas.openxmlformats.org/officeDocument/2006/relationships/notesSlide" Target="/ppt/notesSlides/notesSlide42.xml" Id="R04cf473be26a45f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6d69f545ab74dc8" /><Relationship Type="http://schemas.openxmlformats.org/officeDocument/2006/relationships/image" Target="/ppt/media/image16.png" Id="R8c9ac06486dd4757" /><Relationship Type="http://schemas.openxmlformats.org/officeDocument/2006/relationships/notesSlide" Target="/ppt/notesSlides/notesSlide43.xml" Id="R5e1190e94f94497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6e474801c434d13" /><Relationship Type="http://schemas.openxmlformats.org/officeDocument/2006/relationships/image" Target="/ppt/media/image16.png" Id="R602478ef3e1f455c" /><Relationship Type="http://schemas.openxmlformats.org/officeDocument/2006/relationships/notesSlide" Target="/ppt/notesSlides/notesSlide44.xml" Id="R2263bbde57dd4ce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ad153b1e41b482e" /><Relationship Type="http://schemas.openxmlformats.org/officeDocument/2006/relationships/notesSlide" Target="/ppt/notesSlides/notesSlide45.xml" Id="Rd74868eaf14b4c0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e3a4dffd4d24fa8" /><Relationship Type="http://schemas.openxmlformats.org/officeDocument/2006/relationships/notesSlide" Target="/ppt/notesSlides/notesSlide46.xml" Id="Rfc0f1df88e4742f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be198e046a14d23" /><Relationship Type="http://schemas.openxmlformats.org/officeDocument/2006/relationships/image" Target="/ppt/media/image.png" Id="Rbf5a2fbb6aa544a7" /><Relationship Type="http://schemas.openxmlformats.org/officeDocument/2006/relationships/notesSlide" Target="/ppt/notesSlides/notesSlide47.xml" Id="R20e916256af6466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ac86983831a4591" /><Relationship Type="http://schemas.openxmlformats.org/officeDocument/2006/relationships/notesSlide" Target="/ppt/notesSlides/notesSlide48.xml" Id="R1fee8f55cf8c49c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2a08903da9e42f8" /><Relationship Type="http://schemas.openxmlformats.org/officeDocument/2006/relationships/notesSlide" Target="/ppt/notesSlides/notesSlide49.xml" Id="Re3cc5f6a20f140d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d9cfcb62f2c4563" /><Relationship Type="http://schemas.openxmlformats.org/officeDocument/2006/relationships/notesSlide" Target="/ppt/notesSlides/notesSlide50.xml" Id="R43508bf1758641e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2f15624bfef4376" /><Relationship Type="http://schemas.openxmlformats.org/officeDocument/2006/relationships/notesSlide" Target="/ppt/notesSlides/notesSlide51.xml" Id="R5f2652bb33724a1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ccedd35235845be" /><Relationship Type="http://schemas.openxmlformats.org/officeDocument/2006/relationships/notesSlide" Target="/ppt/notesSlides/notesSlide52.xml" Id="Rd72ec82088a04cc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7ef4b7e79654d8d" /><Relationship Type="http://schemas.openxmlformats.org/officeDocument/2006/relationships/notesSlide" Target="/ppt/notesSlides/notesSlide53.xml" Id="Rade50833ab2d4e6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9c51ca3088c4ddc" /><Relationship Type="http://schemas.openxmlformats.org/officeDocument/2006/relationships/notesSlide" Target="/ppt/notesSlides/notesSlide54.xml" Id="R4f7122015db74dd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7247e2a54544313" /><Relationship Type="http://schemas.openxmlformats.org/officeDocument/2006/relationships/notesSlide" Target="/ppt/notesSlides/notesSlide55.xml" Id="R04274f30a45049d4"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3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3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3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81"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82"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83"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84"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c2ec9fff92f04c3a"/>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2598df2bf68f4570"/>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Log signals for evidence; reserve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52473c55ac2e45b2"/>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2f36b8123d5450e"/>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10</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INSERT BUG FINDER RESULT / REPORT HERE</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INSERT CODE PROVER RESULT / REPORT HERE</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1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f98e52857724490"/>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e0525007a874aa1"/>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d2912174f1340fe"/>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2c5becac0d849c3"/>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b69bf0f27774467"/>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40e1710625e4884"/>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1576550836c46cb"/>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16a5e0e52b64c13"/>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b0b73a7a9114639"/>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20b28de8d2d4a53"/>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6ed50d0a69a42a3"/>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9c569b288704a12"/>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50cfd4bb495466f"/>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74455ac91644d9e"/>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20" name="s23-image-frame">
            <a:extLst xmlns:a="http://schemas.openxmlformats.org/drawingml/2006/main">
              <a:ext uri="{FF2B5EF4-FFF2-40B4-BE49-F238E27FC236}">
                <a16:creationId xmlns:a16="http://schemas.microsoft.com/office/drawing/2014/main" id="{94942EF4-6215-430A-842B-86B06BF1FA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5a5159332594a3d"/>
          <a:stretch xmlns:a="http://schemas.openxmlformats.org/drawingml/2006/main"/>
        </p:blipFill>
        <p:spPr>
          <a:xfrm xmlns:a="http://schemas.openxmlformats.org/drawingml/2006/main">
            <a:off x="2292434" y="1438275"/>
            <a:ext cx="7607131" cy="4457700"/>
          </a:xfrm>
          <a:prstGeom xmlns:a="http://schemas.openxmlformats.org/drawingml/2006/main" prst="rect">
            <a:avLst/>
          </a:prstGeom>
        </p:spPr>
      </p:pic>
      <p:sp>
        <p:nvSpPr>
          <p:cNvPr id="22" name="s23-role">
            <a:extLst xmlns:a="http://schemas.openxmlformats.org/drawingml/2006/main">
              <a:ext uri="{FF2B5EF4-FFF2-40B4-BE49-F238E27FC236}">
                <a16:creationId xmlns:a16="http://schemas.microsoft.com/office/drawing/2014/main" id="{8E57BF9F-62F2-404C-B08E-18AEAC478C7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INDEPENDENT TEST HARNESS</a:t>
            </a:r>
          </a:p>
        </p:txBody>
      </p:sp>
      <p:sp>
        <p:nvSpPr>
          <p:cNvPr id="23" name="s23-caption">
            <a:extLst xmlns:a="http://schemas.openxmlformats.org/drawingml/2006/main">
              <a:ext uri="{FF2B5EF4-FFF2-40B4-BE49-F238E27FC236}">
                <a16:creationId xmlns:a16="http://schemas.microsoft.com/office/drawing/2014/main" id="{726190F5-3283-42E6-9B20-FD0164EDA2E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models/PitchRateLimiter_Harness.slx • references PitchRateLimiter</a:t>
            </a:r>
          </a:p>
        </p:txBody>
      </p:sp>
    </p:spTree>
    <p:extLst>
      <p:ext uri="{BB962C8B-B14F-4D97-AF65-F5344CB8AC3E}">
        <p14:creationId xmlns:p14="http://schemas.microsoft.com/office/powerpoint/2010/main" val="123405340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13" name="s28-banner">
            <a:extLst xmlns:a="http://schemas.openxmlformats.org/drawingml/2006/main">
              <a:ext uri="{FF2B5EF4-FFF2-40B4-BE49-F238E27FC236}">
                <a16:creationId xmlns:a16="http://schemas.microsoft.com/office/drawing/2014/main" id="{C4017E58-C473-429C-B288-A5C779532273}"/>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85" b="1">
                <a:solidFill>
                  <a:srgbClr val="071521"/>
                </a:solidFill>
                <a:latin typeface="Aptos"/>
                <a:ea typeface="Aptos"/>
                <a:cs typeface="Aptos"/>
              </a:defRPr>
            </a:pPr>
            <a:r>
              <a:rPr sz="1185" b="1">
                <a:solidFill>
                  <a:srgbClr val="071521"/>
                </a:solidFill>
                <a:latin typeface="Aptos"/>
                <a:ea typeface="Aptos"/>
                <a:cs typeface="Aptos"/>
              </a:rPr>
              <a:t>HARNESS DECISION POINT  •  UPDATE BEFORE EXECUTION; BUILD ONLY WHEN CODE ARTIFACTS ARE IN SCOPE</a:t>
            </a:r>
          </a:p>
        </p:txBody>
      </p:sp>
      <p:sp>
        <p:nvSpPr>
          <p:cNvPr id="14" name="s28-card-0">
            <a:extLst xmlns:a="http://schemas.openxmlformats.org/drawingml/2006/main">
              <a:ext uri="{FF2B5EF4-FFF2-40B4-BE49-F238E27FC236}">
                <a16:creationId xmlns:a16="http://schemas.microsoft.com/office/drawing/2014/main" id="{E3D9B517-FA7B-4695-BB4A-2E1532469213}"/>
              </a:ext>
            </a:extLst>
          </p:cNvPr>
          <p:cNvSpPr>
            <a:spLocks xmlns:a="http://schemas.openxmlformats.org/drawingml/2006/main" noGrp="1"/>
          </p:cNvSpPr>
          <p:nvPr/>
        </p:nvSpPr>
        <p:spPr>
          <a:xfrm xmlns:a="http://schemas.openxmlformats.org/drawingml/2006/main">
            <a:off x="685800" y="2000250"/>
            <a:ext cx="5219700" cy="3257550"/>
          </a:xfrm>
          <a:prstGeom xmlns:a="http://schemas.openxmlformats.org/drawingml/2006/main" prst="roundRect">
            <a:avLst>
              <a:gd name="adj" fmla="val 3509"/>
            </a:avLst>
          </a:prstGeom>
          <a:solidFill xmlns:a="http://schemas.openxmlformats.org/drawingml/2006/main">
            <a:srgbClr val="0C2133"/>
          </a:solidFill>
          <a:ln xmlns:a="http://schemas.openxmlformats.org/drawingml/2006/main" w="19050">
            <a:solidFill>
              <a:srgbClr val="20B7C5"/>
            </a:solidFill>
            <a:prstDash val="solid"/>
          </a:ln>
        </p:spPr>
      </p:sp>
      <p:sp>
        <p:nvSpPr>
          <p:cNvPr id="15" name="s28-key-0">
            <a:extLst xmlns:a="http://schemas.openxmlformats.org/drawingml/2006/main">
              <a:ext uri="{FF2B5EF4-FFF2-40B4-BE49-F238E27FC236}">
                <a16:creationId xmlns:a16="http://schemas.microsoft.com/office/drawing/2014/main" id="{8F06C4A0-EF80-43F4-A9B8-592446FE24D4}"/>
              </a:ext>
            </a:extLst>
          </p:cNvPr>
          <p:cNvSpPr>
            <a:spLocks xmlns:a="http://schemas.openxmlformats.org/drawingml/2006/main" noGrp="1"/>
          </p:cNvSpPr>
          <p:nvPr/>
        </p:nvSpPr>
        <p:spPr>
          <a:xfrm xmlns:a="http://schemas.openxmlformats.org/drawingml/2006/main">
            <a:off x="952500" y="2171700"/>
            <a:ext cx="468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20B7C5"/>
                </a:solidFill>
                <a:latin typeface="Aptos"/>
                <a:ea typeface="Aptos"/>
                <a:cs typeface="Aptos"/>
              </a:defRPr>
            </a:pPr>
            <a:r>
              <a:rPr sz="2550" b="1">
                <a:solidFill>
                  <a:srgbClr val="20B7C5"/>
                </a:solidFill>
                <a:latin typeface="Aptos"/>
                <a:ea typeface="Aptos"/>
                <a:cs typeface="Aptos"/>
              </a:rPr>
              <a:t>Ctrl+D</a:t>
            </a:r>
          </a:p>
        </p:txBody>
      </p:sp>
      <p:sp>
        <p:nvSpPr>
          <p:cNvPr id="16" name="s28-title-0">
            <a:extLst xmlns:a="http://schemas.openxmlformats.org/drawingml/2006/main">
              <a:ext uri="{FF2B5EF4-FFF2-40B4-BE49-F238E27FC236}">
                <a16:creationId xmlns:a16="http://schemas.microsoft.com/office/drawing/2014/main" id="{F26223EA-CD18-4F3F-81C3-B3E7C2949F10}"/>
              </a:ext>
            </a:extLst>
          </p:cNvPr>
          <p:cNvSpPr>
            <a:spLocks xmlns:a="http://schemas.openxmlformats.org/drawingml/2006/main" noGrp="1"/>
          </p:cNvSpPr>
          <p:nvPr/>
        </p:nvSpPr>
        <p:spPr>
          <a:xfrm xmlns:a="http://schemas.openxmlformats.org/drawingml/2006/main">
            <a:off x="952500" y="26574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UPDATE MODEL / DIAGRAM</a:t>
            </a:r>
          </a:p>
        </p:txBody>
      </p:sp>
      <p:sp>
        <p:nvSpPr>
          <p:cNvPr id="17" name="s28-when-label-0">
            <a:extLst xmlns:a="http://schemas.openxmlformats.org/drawingml/2006/main">
              <a:ext uri="{FF2B5EF4-FFF2-40B4-BE49-F238E27FC236}">
                <a16:creationId xmlns:a16="http://schemas.microsoft.com/office/drawing/2014/main" id="{454996DF-9427-489C-A547-B36850C8B866}"/>
              </a:ext>
            </a:extLst>
          </p:cNvPr>
          <p:cNvSpPr>
            <a:spLocks xmlns:a="http://schemas.openxmlformats.org/drawingml/2006/main" noGrp="1"/>
          </p:cNvSpPr>
          <p:nvPr/>
        </p:nvSpPr>
        <p:spPr>
          <a:xfrm xmlns:a="http://schemas.openxmlformats.org/drawingml/2006/main">
            <a:off x="952500" y="30480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20B7C5"/>
                </a:solidFill>
                <a:latin typeface="Aptos"/>
                <a:ea typeface="Aptos"/>
                <a:cs typeface="Aptos"/>
              </a:defRPr>
            </a:pPr>
            <a:r>
              <a:rPr sz="975" b="1">
                <a:solidFill>
                  <a:srgbClr val="20B7C5"/>
                </a:solidFill>
                <a:latin typeface="Aptos"/>
                <a:ea typeface="Aptos"/>
                <a:cs typeface="Aptos"/>
              </a:rPr>
              <a:t>WHEN</a:t>
            </a:r>
          </a:p>
        </p:txBody>
      </p:sp>
      <p:sp>
        <p:nvSpPr>
          <p:cNvPr id="18" name="s28-when-0">
            <a:extLst xmlns:a="http://schemas.openxmlformats.org/drawingml/2006/main">
              <a:ext uri="{FF2B5EF4-FFF2-40B4-BE49-F238E27FC236}">
                <a16:creationId xmlns:a16="http://schemas.microsoft.com/office/drawing/2014/main" id="{99D8872D-77EF-4A8B-B716-288D4774493F}"/>
              </a:ext>
            </a:extLst>
          </p:cNvPr>
          <p:cNvSpPr>
            <a:spLocks xmlns:a="http://schemas.openxmlformats.org/drawingml/2006/main" noGrp="1"/>
          </p:cNvSpPr>
          <p:nvPr/>
        </p:nvSpPr>
        <p:spPr>
          <a:xfrm xmlns:a="http://schemas.openxmlformats.org/drawingml/2006/main">
            <a:off x="1809750" y="3009900"/>
            <a:ext cx="3790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E7F2F7"/>
                </a:solidFill>
                <a:latin typeface="Aptos"/>
                <a:ea typeface="Aptos"/>
                <a:cs typeface="Aptos"/>
              </a:defRPr>
            </a:pPr>
            <a:r>
              <a:rPr sz="1065" b="1">
                <a:solidFill>
                  <a:srgbClr val="E7F2F7"/>
                </a:solidFill>
                <a:latin typeface="Aptos"/>
                <a:ea typeface="Aptos"/>
                <a:cs typeface="Aptos"/>
              </a:rPr>
              <a:t>After opening the harness and UUT; after parameter, interface, data, or configuration changes; before simulation or assessments.</a:t>
            </a:r>
          </a:p>
        </p:txBody>
      </p:sp>
      <p:sp>
        <p:nvSpPr>
          <p:cNvPr id="19" name="s28-result-label-0">
            <a:extLst xmlns:a="http://schemas.openxmlformats.org/drawingml/2006/main">
              <a:ext uri="{FF2B5EF4-FFF2-40B4-BE49-F238E27FC236}">
                <a16:creationId xmlns:a16="http://schemas.microsoft.com/office/drawing/2014/main" id="{C66DFD67-D210-437F-8776-619A3748124A}"/>
              </a:ext>
            </a:extLst>
          </p:cNvPr>
          <p:cNvSpPr>
            <a:spLocks xmlns:a="http://schemas.openxmlformats.org/drawingml/2006/main" noGrp="1"/>
          </p:cNvSpPr>
          <p:nvPr/>
        </p:nvSpPr>
        <p:spPr>
          <a:xfrm xmlns:a="http://schemas.openxmlformats.org/drawingml/2006/main">
            <a:off x="952500" y="3733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20B7C5"/>
                </a:solidFill>
                <a:latin typeface="Aptos"/>
                <a:ea typeface="Aptos"/>
                <a:cs typeface="Aptos"/>
              </a:defRPr>
            </a:pPr>
            <a:r>
              <a:rPr sz="975" b="1">
                <a:solidFill>
                  <a:srgbClr val="20B7C5"/>
                </a:solidFill>
                <a:latin typeface="Aptos"/>
                <a:ea typeface="Aptos"/>
                <a:cs typeface="Aptos"/>
              </a:rPr>
              <a:t>RESULT</a:t>
            </a:r>
          </a:p>
        </p:txBody>
      </p:sp>
      <p:sp>
        <p:nvSpPr>
          <p:cNvPr id="20" name="s28-result-0">
            <a:extLst xmlns:a="http://schemas.openxmlformats.org/drawingml/2006/main">
              <a:ext uri="{FF2B5EF4-FFF2-40B4-BE49-F238E27FC236}">
                <a16:creationId xmlns:a16="http://schemas.microsoft.com/office/drawing/2014/main" id="{ED6E5801-5E60-446E-A500-65DE89EB87CF}"/>
              </a:ext>
            </a:extLst>
          </p:cNvPr>
          <p:cNvSpPr>
            <a:spLocks xmlns:a="http://schemas.openxmlformats.org/drawingml/2006/main" noGrp="1"/>
          </p:cNvSpPr>
          <p:nvPr/>
        </p:nvSpPr>
        <p:spPr>
          <a:xfrm xmlns:a="http://schemas.openxmlformats.org/drawingml/2006/main">
            <a:off x="1809750" y="3695700"/>
            <a:ext cx="379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E7F2F7"/>
                </a:solidFill>
                <a:latin typeface="Aptos"/>
                <a:ea typeface="Aptos"/>
                <a:cs typeface="Aptos"/>
              </a:defRPr>
            </a:pPr>
            <a:r>
              <a:rPr sz="1065" b="1">
                <a:solidFill>
                  <a:srgbClr val="E7F2F7"/>
                </a:solidFill>
                <a:latin typeface="Aptos"/>
                <a:ea typeface="Aptos"/>
                <a:cs typeface="Aptos"/>
              </a:rPr>
              <a:t>Evaluates parameters; propagates types, dimensions, and sample times; resolves references; catches update-time errors. It does not advance simulation time.</a:t>
            </a:r>
          </a:p>
        </p:txBody>
      </p:sp>
      <p:sp>
        <p:nvSpPr>
          <p:cNvPr id="21" name="s28-retained-0">
            <a:extLst xmlns:a="http://schemas.openxmlformats.org/drawingml/2006/main">
              <a:ext uri="{FF2B5EF4-FFF2-40B4-BE49-F238E27FC236}">
                <a16:creationId xmlns:a16="http://schemas.microsoft.com/office/drawing/2014/main" id="{EAD5A14B-EDBE-416F-B000-84A7478D769F}"/>
              </a:ext>
            </a:extLst>
          </p:cNvPr>
          <p:cNvSpPr>
            <a:spLocks xmlns:a="http://schemas.openxmlformats.org/drawingml/2006/main" noGrp="1"/>
          </p:cNvSpPr>
          <p:nvPr/>
        </p:nvSpPr>
        <p:spPr>
          <a:xfrm xmlns:a="http://schemas.openxmlformats.org/drawingml/2006/main">
            <a:off x="952500" y="4552950"/>
            <a:ext cx="4686300" cy="552450"/>
          </a:xfrm>
          <a:prstGeom xmlns:a="http://schemas.openxmlformats.org/drawingml/2006/main" prst="roundRect">
            <a:avLst>
              <a:gd name="adj" fmla="val 20690"/>
            </a:avLst>
          </a:prstGeom>
          <a:solidFill xmlns:a="http://schemas.openxmlformats.org/drawingml/2006/main">
            <a:srgbClr val="E2F4EA"/>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071521"/>
                </a:solidFill>
                <a:latin typeface="Aptos"/>
                <a:ea typeface="Aptos"/>
                <a:cs typeface="Aptos"/>
              </a:defRPr>
            </a:pPr>
            <a:r>
              <a:rPr sz="1005" b="1">
                <a:solidFill>
                  <a:srgbClr val="071521"/>
                </a:solidFill>
                <a:latin typeface="Aptos"/>
                <a:ea typeface="Aptos"/>
                <a:cs typeface="Aptos"/>
              </a:rPr>
              <a:t>PASS — package validator retained 8/8 delivered models updated / compiled.</a:t>
            </a:r>
          </a:p>
        </p:txBody>
      </p:sp>
      <p:sp>
        <p:nvSpPr>
          <p:cNvPr id="22" name="s28-card-1">
            <a:extLst xmlns:a="http://schemas.openxmlformats.org/drawingml/2006/main">
              <a:ext uri="{FF2B5EF4-FFF2-40B4-BE49-F238E27FC236}">
                <a16:creationId xmlns:a16="http://schemas.microsoft.com/office/drawing/2014/main" id="{497FBBC9-8932-4E88-B97C-3E112A64B287}"/>
              </a:ext>
            </a:extLst>
          </p:cNvPr>
          <p:cNvSpPr>
            <a:spLocks xmlns:a="http://schemas.openxmlformats.org/drawingml/2006/main" noGrp="1"/>
          </p:cNvSpPr>
          <p:nvPr/>
        </p:nvSpPr>
        <p:spPr>
          <a:xfrm xmlns:a="http://schemas.openxmlformats.org/drawingml/2006/main">
            <a:off x="6286500" y="2000250"/>
            <a:ext cx="5219700" cy="3257550"/>
          </a:xfrm>
          <a:prstGeom xmlns:a="http://schemas.openxmlformats.org/drawingml/2006/main" prst="roundRect">
            <a:avLst>
              <a:gd name="adj" fmla="val 3509"/>
            </a:avLst>
          </a:prstGeom>
          <a:solidFill xmlns:a="http://schemas.openxmlformats.org/drawingml/2006/main">
            <a:srgbClr val="0C2133"/>
          </a:solidFill>
          <a:ln xmlns:a="http://schemas.openxmlformats.org/drawingml/2006/main" w="19050">
            <a:solidFill>
              <a:srgbClr val="E9A23B"/>
            </a:solidFill>
            <a:prstDash val="solid"/>
          </a:ln>
        </p:spPr>
      </p:sp>
      <p:sp>
        <p:nvSpPr>
          <p:cNvPr id="23" name="s28-key-1">
            <a:extLst xmlns:a="http://schemas.openxmlformats.org/drawingml/2006/main">
              <a:ext uri="{FF2B5EF4-FFF2-40B4-BE49-F238E27FC236}">
                <a16:creationId xmlns:a16="http://schemas.microsoft.com/office/drawing/2014/main" id="{C9D56885-C480-4E8D-AA20-619AB9980332}"/>
              </a:ext>
            </a:extLst>
          </p:cNvPr>
          <p:cNvSpPr>
            <a:spLocks xmlns:a="http://schemas.openxmlformats.org/drawingml/2006/main" noGrp="1"/>
          </p:cNvSpPr>
          <p:nvPr/>
        </p:nvSpPr>
        <p:spPr>
          <a:xfrm xmlns:a="http://schemas.openxmlformats.org/drawingml/2006/main">
            <a:off x="6553200" y="2171700"/>
            <a:ext cx="468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E9A23B"/>
                </a:solidFill>
                <a:latin typeface="Aptos"/>
                <a:ea typeface="Aptos"/>
                <a:cs typeface="Aptos"/>
              </a:defRPr>
            </a:pPr>
            <a:r>
              <a:rPr sz="2550" b="1">
                <a:solidFill>
                  <a:srgbClr val="E9A23B"/>
                </a:solidFill>
                <a:latin typeface="Aptos"/>
                <a:ea typeface="Aptos"/>
                <a:cs typeface="Aptos"/>
              </a:rPr>
              <a:t>Ctrl+B</a:t>
            </a:r>
          </a:p>
        </p:txBody>
      </p:sp>
      <p:sp>
        <p:nvSpPr>
          <p:cNvPr id="24" name="s28-title-1">
            <a:extLst xmlns:a="http://schemas.openxmlformats.org/drawingml/2006/main">
              <a:ext uri="{FF2B5EF4-FFF2-40B4-BE49-F238E27FC236}">
                <a16:creationId xmlns:a16="http://schemas.microsoft.com/office/drawing/2014/main" id="{7BBA8205-3ADC-43F4-82A8-956D0281470E}"/>
              </a:ext>
            </a:extLst>
          </p:cNvPr>
          <p:cNvSpPr>
            <a:spLocks xmlns:a="http://schemas.openxmlformats.org/drawingml/2006/main" noGrp="1"/>
          </p:cNvSpPr>
          <p:nvPr/>
        </p:nvSpPr>
        <p:spPr>
          <a:xfrm xmlns:a="http://schemas.openxmlformats.org/drawingml/2006/main">
            <a:off x="6553200" y="26574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BUILD MODEL</a:t>
            </a:r>
          </a:p>
        </p:txBody>
      </p:sp>
      <p:sp>
        <p:nvSpPr>
          <p:cNvPr id="25" name="s28-when-label-1">
            <a:extLst xmlns:a="http://schemas.openxmlformats.org/drawingml/2006/main">
              <a:ext uri="{FF2B5EF4-FFF2-40B4-BE49-F238E27FC236}">
                <a16:creationId xmlns:a16="http://schemas.microsoft.com/office/drawing/2014/main" id="{AC716FB9-163C-4B34-B458-A6D206FCBD8E}"/>
              </a:ext>
            </a:extLst>
          </p:cNvPr>
          <p:cNvSpPr>
            <a:spLocks xmlns:a="http://schemas.openxmlformats.org/drawingml/2006/main" noGrp="1"/>
          </p:cNvSpPr>
          <p:nvPr/>
        </p:nvSpPr>
        <p:spPr>
          <a:xfrm xmlns:a="http://schemas.openxmlformats.org/drawingml/2006/main">
            <a:off x="6553200" y="30480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E9A23B"/>
                </a:solidFill>
                <a:latin typeface="Aptos"/>
                <a:ea typeface="Aptos"/>
                <a:cs typeface="Aptos"/>
              </a:defRPr>
            </a:pPr>
            <a:r>
              <a:rPr sz="975" b="1">
                <a:solidFill>
                  <a:srgbClr val="E9A23B"/>
                </a:solidFill>
                <a:latin typeface="Aptos"/>
                <a:ea typeface="Aptos"/>
                <a:cs typeface="Aptos"/>
              </a:rPr>
              <a:t>WHEN</a:t>
            </a:r>
          </a:p>
        </p:txBody>
      </p:sp>
      <p:sp>
        <p:nvSpPr>
          <p:cNvPr id="26" name="s28-when-1">
            <a:extLst xmlns:a="http://schemas.openxmlformats.org/drawingml/2006/main">
              <a:ext uri="{FF2B5EF4-FFF2-40B4-BE49-F238E27FC236}">
                <a16:creationId xmlns:a16="http://schemas.microsoft.com/office/drawing/2014/main" id="{9D3315B2-622C-42BD-9DEA-3207FF2612CE}"/>
              </a:ext>
            </a:extLst>
          </p:cNvPr>
          <p:cNvSpPr>
            <a:spLocks xmlns:a="http://schemas.openxmlformats.org/drawingml/2006/main" noGrp="1"/>
          </p:cNvSpPr>
          <p:nvPr/>
        </p:nvSpPr>
        <p:spPr>
          <a:xfrm xmlns:a="http://schemas.openxmlformats.org/drawingml/2006/main">
            <a:off x="7410450" y="3009900"/>
            <a:ext cx="3790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E7F2F7"/>
                </a:solidFill>
                <a:latin typeface="Aptos"/>
                <a:ea typeface="Aptos"/>
                <a:cs typeface="Aptos"/>
              </a:defRPr>
            </a:pPr>
            <a:r>
              <a:rPr sz="1065" b="1">
                <a:solidFill>
                  <a:srgbClr val="E7F2F7"/>
                </a:solidFill>
                <a:latin typeface="Aptos"/>
                <a:ea typeface="Aptos"/>
                <a:cs typeface="Aptos"/>
              </a:rPr>
              <a:t>Only after Ctrl+D passes and code generation is part of the planned task with the active target and toolchain configured.</a:t>
            </a:r>
          </a:p>
        </p:txBody>
      </p:sp>
      <p:sp>
        <p:nvSpPr>
          <p:cNvPr id="27" name="s28-result-label-1">
            <a:extLst xmlns:a="http://schemas.openxmlformats.org/drawingml/2006/main">
              <a:ext uri="{FF2B5EF4-FFF2-40B4-BE49-F238E27FC236}">
                <a16:creationId xmlns:a16="http://schemas.microsoft.com/office/drawing/2014/main" id="{798E50CF-918A-42AA-B740-C48A6527DCFA}"/>
              </a:ext>
            </a:extLst>
          </p:cNvPr>
          <p:cNvSpPr>
            <a:spLocks xmlns:a="http://schemas.openxmlformats.org/drawingml/2006/main" noGrp="1"/>
          </p:cNvSpPr>
          <p:nvPr/>
        </p:nvSpPr>
        <p:spPr>
          <a:xfrm xmlns:a="http://schemas.openxmlformats.org/drawingml/2006/main">
            <a:off x="6553200" y="3733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E9A23B"/>
                </a:solidFill>
                <a:latin typeface="Aptos"/>
                <a:ea typeface="Aptos"/>
                <a:cs typeface="Aptos"/>
              </a:defRPr>
            </a:pPr>
            <a:r>
              <a:rPr sz="975" b="1">
                <a:solidFill>
                  <a:srgbClr val="E9A23B"/>
                </a:solidFill>
                <a:latin typeface="Aptos"/>
                <a:ea typeface="Aptos"/>
                <a:cs typeface="Aptos"/>
              </a:rPr>
              <a:t>RESULT</a:t>
            </a:r>
          </a:p>
        </p:txBody>
      </p:sp>
      <p:sp>
        <p:nvSpPr>
          <p:cNvPr id="28" name="s28-result-1">
            <a:extLst xmlns:a="http://schemas.openxmlformats.org/drawingml/2006/main">
              <a:ext uri="{FF2B5EF4-FFF2-40B4-BE49-F238E27FC236}">
                <a16:creationId xmlns:a16="http://schemas.microsoft.com/office/drawing/2014/main" id="{B20879BF-0947-4750-B6C3-78E16CC03675}"/>
              </a:ext>
            </a:extLst>
          </p:cNvPr>
          <p:cNvSpPr>
            <a:spLocks xmlns:a="http://schemas.openxmlformats.org/drawingml/2006/main" noGrp="1"/>
          </p:cNvSpPr>
          <p:nvPr/>
        </p:nvSpPr>
        <p:spPr>
          <a:xfrm xmlns:a="http://schemas.openxmlformats.org/drawingml/2006/main">
            <a:off x="7410450" y="3695700"/>
            <a:ext cx="379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E7F2F7"/>
                </a:solidFill>
                <a:latin typeface="Aptos"/>
                <a:ea typeface="Aptos"/>
                <a:cs typeface="Aptos"/>
              </a:defRPr>
            </a:pPr>
            <a:r>
              <a:rPr sz="1065" b="1">
                <a:solidFill>
                  <a:srgbClr val="E7F2F7"/>
                </a:solidFill>
                <a:latin typeface="Aptos"/>
                <a:ea typeface="Aptos"/>
                <a:cs typeface="Aptos"/>
              </a:rPr>
              <a:t>Starts target-dependent code generation and build. Outputs can include generated source, objects, libraries, executables, and reports depending on settings.</a:t>
            </a:r>
          </a:p>
        </p:txBody>
      </p:sp>
      <p:sp>
        <p:nvSpPr>
          <p:cNvPr id="29" name="s28-retained-1">
            <a:extLst xmlns:a="http://schemas.openxmlformats.org/drawingml/2006/main">
              <a:ext uri="{FF2B5EF4-FFF2-40B4-BE49-F238E27FC236}">
                <a16:creationId xmlns:a16="http://schemas.microsoft.com/office/drawing/2014/main" id="{E577FE24-B2BC-489F-BF13-18842BB3A5DC}"/>
              </a:ext>
            </a:extLst>
          </p:cNvPr>
          <p:cNvSpPr>
            <a:spLocks xmlns:a="http://schemas.openxmlformats.org/drawingml/2006/main" noGrp="1"/>
          </p:cNvSpPr>
          <p:nvPr/>
        </p:nvSpPr>
        <p:spPr>
          <a:xfrm xmlns:a="http://schemas.openxmlformats.org/drawingml/2006/main">
            <a:off x="6553200" y="4552950"/>
            <a:ext cx="4686300" cy="552450"/>
          </a:xfrm>
          <a:prstGeom xmlns:a="http://schemas.openxmlformats.org/drawingml/2006/main" prst="roundRect">
            <a:avLst>
              <a:gd name="adj" fmla="val 20690"/>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071521"/>
                </a:solidFill>
                <a:latin typeface="Aptos"/>
                <a:ea typeface="Aptos"/>
                <a:cs typeface="Aptos"/>
              </a:defRPr>
            </a:pPr>
            <a:r>
              <a:rPr sz="1005" b="1">
                <a:solidFill>
                  <a:srgbClr val="071521"/>
                </a:solidFill>
                <a:latin typeface="Aptos"/>
                <a:ea typeface="Aptos"/>
                <a:cs typeface="Aptos"/>
              </a:rPr>
              <a:t>GRT model-reference intermediates exist for four child models; no retained build report or production / embedded-code approval claim.</a:t>
            </a:r>
          </a:p>
        </p:txBody>
      </p:sp>
      <p:sp>
        <p:nvSpPr>
          <p:cNvPr id="30" name="s28-sequence">
            <a:extLst xmlns:a="http://schemas.openxmlformats.org/drawingml/2006/main">
              <a:ext uri="{FF2B5EF4-FFF2-40B4-BE49-F238E27FC236}">
                <a16:creationId xmlns:a16="http://schemas.microsoft.com/office/drawing/2014/main" id="{319A196E-2C2D-4DF6-9DB7-579EC4857CEA}"/>
              </a:ext>
            </a:extLst>
          </p:cNvPr>
          <p:cNvSpPr>
            <a:spLocks xmlns:a="http://schemas.openxmlformats.org/drawingml/2006/main" noGrp="1"/>
          </p:cNvSpPr>
          <p:nvPr/>
        </p:nvSpPr>
        <p:spPr>
          <a:xfrm xmlns:a="http://schemas.openxmlformats.org/drawingml/2006/main">
            <a:off x="685800" y="5448300"/>
            <a:ext cx="10820400" cy="666750"/>
          </a:xfrm>
          <a:prstGeom xmlns:a="http://schemas.openxmlformats.org/drawingml/2006/main" prst="roundRect">
            <a:avLst>
              <a:gd name="adj" fmla="val 17143"/>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RECOMMENDED HARNESS SEQUENCE  •  Ctrl+D  →  run_pitch_rate_limiter_tests  →  inspect 19/19 retained results</a:t>
            </a:r>
          </a:p>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Ctrl+B is a separate optional code-generation gate—not a prerequisite for the desktop MIL assessment.</a:t>
            </a:r>
          </a:p>
        </p:txBody>
      </p:sp>
    </p:spTree>
    <p:extLst>
      <p:ext uri="{BB962C8B-B14F-4D97-AF65-F5344CB8AC3E}">
        <p14:creationId xmlns:p14="http://schemas.microsoft.com/office/powerpoint/2010/main" val="161251418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20410974d28b4642"/>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cf4f69a37a7b47fa"/>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41e6bc655a0846b2"/>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4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4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4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33</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363"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64"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65"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66"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67"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34</a:t>
            </a:r>
          </a:p>
        </p:txBody>
      </p:sp>
    </p:spTree>
    <p:extLst>
      <p:ext uri="{BB962C8B-B14F-4D97-AF65-F5344CB8AC3E}">
        <p14:creationId xmlns:p14="http://schemas.microsoft.com/office/powerpoint/2010/main" val="125380021"/>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37</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38</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c9ac06486dd4757"/>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38</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02478ef3e1f455c"/>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39</a:t>
            </a:r>
          </a:p>
        </p:txBody>
      </p:sp>
      <p:sp>
        <p:nvSpPr>
          <p:cNvPr id="23" name="s34-link-0">
            <a:extLst xmlns:a="http://schemas.openxmlformats.org/drawingml/2006/main">
              <a:ext uri="{FF2B5EF4-FFF2-40B4-BE49-F238E27FC236}">
                <a16:creationId xmlns:a16="http://schemas.microsoft.com/office/drawing/2014/main" id="{1613ED5C-9015-437F-AB30-06D99B06C46E}"/>
              </a:ext>
            </a:extLst>
          </p:cNvPr>
          <p:cNvSpPr>
            <a:spLocks xmlns:a="http://schemas.openxmlformats.org/drawingml/2006/main" noGrp="1"/>
          </p:cNvSpPr>
          <p:nvPr/>
        </p:nvSpPr>
        <p:spPr>
          <a:xfrm xmlns:a="http://schemas.openxmlformats.org/drawingml/2006/main">
            <a:off x="25146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4" name="s34-link-1">
            <a:extLst xmlns:a="http://schemas.openxmlformats.org/drawingml/2006/main">
              <a:ext uri="{FF2B5EF4-FFF2-40B4-BE49-F238E27FC236}">
                <a16:creationId xmlns:a16="http://schemas.microsoft.com/office/drawing/2014/main" id="{1D800947-D722-4237-9582-E3FC759EF6A3}"/>
              </a:ext>
            </a:extLst>
          </p:cNvPr>
          <p:cNvSpPr>
            <a:spLocks xmlns:a="http://schemas.openxmlformats.org/drawingml/2006/main" noGrp="1"/>
          </p:cNvSpPr>
          <p:nvPr/>
        </p:nvSpPr>
        <p:spPr>
          <a:xfrm xmlns:a="http://schemas.openxmlformats.org/drawingml/2006/main">
            <a:off x="47244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5" name="s34-link-2">
            <a:extLst xmlns:a="http://schemas.openxmlformats.org/drawingml/2006/main">
              <a:ext uri="{FF2B5EF4-FFF2-40B4-BE49-F238E27FC236}">
                <a16:creationId xmlns:a16="http://schemas.microsoft.com/office/drawing/2014/main" id="{C34D7FED-817C-4480-BE81-D2C14887F118}"/>
              </a:ext>
            </a:extLst>
          </p:cNvPr>
          <p:cNvSpPr>
            <a:spLocks xmlns:a="http://schemas.openxmlformats.org/drawingml/2006/main" noGrp="1"/>
          </p:cNvSpPr>
          <p:nvPr/>
        </p:nvSpPr>
        <p:spPr>
          <a:xfrm xmlns:a="http://schemas.openxmlformats.org/drawingml/2006/main">
            <a:off x="69342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6" name="s34-link-3">
            <a:extLst xmlns:a="http://schemas.openxmlformats.org/drawingml/2006/main">
              <a:ext uri="{FF2B5EF4-FFF2-40B4-BE49-F238E27FC236}">
                <a16:creationId xmlns:a16="http://schemas.microsoft.com/office/drawing/2014/main" id="{9285CF81-2E27-486A-A4FB-724A368CC834}"/>
              </a:ext>
            </a:extLst>
          </p:cNvPr>
          <p:cNvSpPr>
            <a:spLocks xmlns:a="http://schemas.openxmlformats.org/drawingml/2006/main" noGrp="1"/>
          </p:cNvSpPr>
          <p:nvPr/>
        </p:nvSpPr>
        <p:spPr>
          <a:xfrm xmlns:a="http://schemas.openxmlformats.org/drawingml/2006/main">
            <a:off x="91440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7" name="s34-stage-0">
            <a:extLst xmlns:a="http://schemas.openxmlformats.org/drawingml/2006/main">
              <a:ext uri="{FF2B5EF4-FFF2-40B4-BE49-F238E27FC236}">
                <a16:creationId xmlns:a16="http://schemas.microsoft.com/office/drawing/2014/main" id="{11CD3531-0DA0-4585-A346-72CC0A7E9D19}"/>
              </a:ext>
            </a:extLst>
          </p:cNvPr>
          <p:cNvSpPr>
            <a:spLocks xmlns:a="http://schemas.openxmlformats.org/drawingml/2006/main" noGrp="1"/>
          </p:cNvSpPr>
          <p:nvPr/>
        </p:nvSpPr>
        <p:spPr>
          <a:xfrm xmlns:a="http://schemas.openxmlformats.org/drawingml/2006/main">
            <a:off x="6858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28" name="s34-stage-title-0">
            <a:extLst xmlns:a="http://schemas.openxmlformats.org/drawingml/2006/main">
              <a:ext uri="{FF2B5EF4-FFF2-40B4-BE49-F238E27FC236}">
                <a16:creationId xmlns:a16="http://schemas.microsoft.com/office/drawing/2014/main" id="{F8394E1A-4D44-4CC1-998E-CE1677314639}"/>
              </a:ext>
            </a:extLst>
          </p:cNvPr>
          <p:cNvSpPr>
            <a:spLocks xmlns:a="http://schemas.openxmlformats.org/drawingml/2006/main" noGrp="1"/>
          </p:cNvSpPr>
          <p:nvPr/>
        </p:nvSpPr>
        <p:spPr>
          <a:xfrm xmlns:a="http://schemas.openxmlformats.org/drawingml/2006/main">
            <a:off x="8001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SETUP</a:t>
            </a:r>
          </a:p>
        </p:txBody>
      </p:sp>
      <p:sp>
        <p:nvSpPr>
          <p:cNvPr id="29" name="s34-stage-file-0">
            <a:extLst xmlns:a="http://schemas.openxmlformats.org/drawingml/2006/main">
              <a:ext uri="{FF2B5EF4-FFF2-40B4-BE49-F238E27FC236}">
                <a16:creationId xmlns:a16="http://schemas.microsoft.com/office/drawing/2014/main" id="{375DDE31-B078-4EA4-BD5A-00B94EAD8278}"/>
              </a:ext>
            </a:extLst>
          </p:cNvPr>
          <p:cNvSpPr>
            <a:spLocks xmlns:a="http://schemas.openxmlformats.org/drawingml/2006/main" noGrp="1"/>
          </p:cNvSpPr>
          <p:nvPr/>
        </p:nvSpPr>
        <p:spPr>
          <a:xfrm xmlns:a="http://schemas.openxmlformats.org/drawingml/2006/main">
            <a:off x="7810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setup.m</a:t>
            </a:r>
          </a:p>
        </p:txBody>
      </p:sp>
      <p:sp>
        <p:nvSpPr>
          <p:cNvPr id="30" name="s34-stage-body-0">
            <a:extLst xmlns:a="http://schemas.openxmlformats.org/drawingml/2006/main">
              <a:ext uri="{FF2B5EF4-FFF2-40B4-BE49-F238E27FC236}">
                <a16:creationId xmlns:a16="http://schemas.microsoft.com/office/drawing/2014/main" id="{807FAA97-51CD-4438-8878-96B961D08315}"/>
              </a:ext>
            </a:extLst>
          </p:cNvPr>
          <p:cNvSpPr>
            <a:spLocks xmlns:a="http://schemas.openxmlformats.org/drawingml/2006/main" noGrp="1"/>
          </p:cNvSpPr>
          <p:nvPr/>
        </p:nvSpPr>
        <p:spPr>
          <a:xfrm xmlns:a="http://schemas.openxmlformats.org/drawingml/2006/main">
            <a:off x="8001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paths • dictionary • initial state</a:t>
            </a:r>
          </a:p>
        </p:txBody>
      </p:sp>
      <p:sp>
        <p:nvSpPr>
          <p:cNvPr id="31" name="s34-stage-1">
            <a:extLst xmlns:a="http://schemas.openxmlformats.org/drawingml/2006/main">
              <a:ext uri="{FF2B5EF4-FFF2-40B4-BE49-F238E27FC236}">
                <a16:creationId xmlns:a16="http://schemas.microsoft.com/office/drawing/2014/main" id="{EE04B751-7AA2-4052-815C-C082968C1210}"/>
              </a:ext>
            </a:extLst>
          </p:cNvPr>
          <p:cNvSpPr>
            <a:spLocks xmlns:a="http://schemas.openxmlformats.org/drawingml/2006/main" noGrp="1"/>
          </p:cNvSpPr>
          <p:nvPr/>
        </p:nvSpPr>
        <p:spPr>
          <a:xfrm xmlns:a="http://schemas.openxmlformats.org/drawingml/2006/main">
            <a:off x="28956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2" name="s34-stage-title-1">
            <a:extLst xmlns:a="http://schemas.openxmlformats.org/drawingml/2006/main">
              <a:ext uri="{FF2B5EF4-FFF2-40B4-BE49-F238E27FC236}">
                <a16:creationId xmlns:a16="http://schemas.microsoft.com/office/drawing/2014/main" id="{D3B169D0-A7B8-49C7-A8C1-785D018411E8}"/>
              </a:ext>
            </a:extLst>
          </p:cNvPr>
          <p:cNvSpPr>
            <a:spLocks xmlns:a="http://schemas.openxmlformats.org/drawingml/2006/main" noGrp="1"/>
          </p:cNvSpPr>
          <p:nvPr/>
        </p:nvSpPr>
        <p:spPr>
          <a:xfrm xmlns:a="http://schemas.openxmlformats.org/drawingml/2006/main">
            <a:off x="30099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PRELOAD</a:t>
            </a:r>
          </a:p>
        </p:txBody>
      </p:sp>
      <p:sp>
        <p:nvSpPr>
          <p:cNvPr id="33" name="s34-stage-file-1">
            <a:extLst xmlns:a="http://schemas.openxmlformats.org/drawingml/2006/main">
              <a:ext uri="{FF2B5EF4-FFF2-40B4-BE49-F238E27FC236}">
                <a16:creationId xmlns:a16="http://schemas.microsoft.com/office/drawing/2014/main" id="{C294FF68-9B68-4E77-BD2F-A2B441CAC8C6}"/>
              </a:ext>
            </a:extLst>
          </p:cNvPr>
          <p:cNvSpPr>
            <a:spLocks xmlns:a="http://schemas.openxmlformats.org/drawingml/2006/main" noGrp="1"/>
          </p:cNvSpPr>
          <p:nvPr/>
        </p:nvSpPr>
        <p:spPr>
          <a:xfrm xmlns:a="http://schemas.openxmlformats.org/drawingml/2006/main">
            <a:off x="29908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preload.m</a:t>
            </a:r>
          </a:p>
        </p:txBody>
      </p:sp>
      <p:sp>
        <p:nvSpPr>
          <p:cNvPr id="34" name="s34-stage-body-1">
            <a:extLst xmlns:a="http://schemas.openxmlformats.org/drawingml/2006/main">
              <a:ext uri="{FF2B5EF4-FFF2-40B4-BE49-F238E27FC236}">
                <a16:creationId xmlns:a16="http://schemas.microsoft.com/office/drawing/2014/main" id="{870ECB79-33FD-4DFC-983E-48841A230FDF}"/>
              </a:ext>
            </a:extLst>
          </p:cNvPr>
          <p:cNvSpPr>
            <a:spLocks xmlns:a="http://schemas.openxmlformats.org/drawingml/2006/main" noGrp="1"/>
          </p:cNvSpPr>
          <p:nvPr/>
        </p:nvSpPr>
        <p:spPr>
          <a:xfrm xmlns:a="http://schemas.openxmlformats.org/drawingml/2006/main">
            <a:off x="30099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deterministic stimulus</a:t>
            </a:r>
          </a:p>
        </p:txBody>
      </p:sp>
      <p:sp>
        <p:nvSpPr>
          <p:cNvPr id="35" name="s34-stage-2">
            <a:extLst xmlns:a="http://schemas.openxmlformats.org/drawingml/2006/main">
              <a:ext uri="{FF2B5EF4-FFF2-40B4-BE49-F238E27FC236}">
                <a16:creationId xmlns:a16="http://schemas.microsoft.com/office/drawing/2014/main" id="{84146C8C-743B-4E08-B815-8924C813955C}"/>
              </a:ext>
            </a:extLst>
          </p:cNvPr>
          <p:cNvSpPr>
            <a:spLocks xmlns:a="http://schemas.openxmlformats.org/drawingml/2006/main" noGrp="1"/>
          </p:cNvSpPr>
          <p:nvPr/>
        </p:nvSpPr>
        <p:spPr>
          <a:xfrm xmlns:a="http://schemas.openxmlformats.org/drawingml/2006/main">
            <a:off x="51054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6" name="s34-stage-title-2">
            <a:extLst xmlns:a="http://schemas.openxmlformats.org/drawingml/2006/main">
              <a:ext uri="{FF2B5EF4-FFF2-40B4-BE49-F238E27FC236}">
                <a16:creationId xmlns:a16="http://schemas.microsoft.com/office/drawing/2014/main" id="{99E4E1B4-9EAF-435F-9F25-C338AF743C25}"/>
              </a:ext>
            </a:extLst>
          </p:cNvPr>
          <p:cNvSpPr>
            <a:spLocks xmlns:a="http://schemas.openxmlformats.org/drawingml/2006/main" noGrp="1"/>
          </p:cNvSpPr>
          <p:nvPr/>
        </p:nvSpPr>
        <p:spPr>
          <a:xfrm xmlns:a="http://schemas.openxmlformats.org/drawingml/2006/main">
            <a:off x="52197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POSTLOAD</a:t>
            </a:r>
          </a:p>
        </p:txBody>
      </p:sp>
      <p:sp>
        <p:nvSpPr>
          <p:cNvPr id="37" name="s34-stage-file-2">
            <a:extLst xmlns:a="http://schemas.openxmlformats.org/drawingml/2006/main">
              <a:ext uri="{FF2B5EF4-FFF2-40B4-BE49-F238E27FC236}">
                <a16:creationId xmlns:a16="http://schemas.microsoft.com/office/drawing/2014/main" id="{D3DD8DA9-B3C0-486C-B295-53339A5820E1}"/>
              </a:ext>
            </a:extLst>
          </p:cNvPr>
          <p:cNvSpPr>
            <a:spLocks xmlns:a="http://schemas.openxmlformats.org/drawingml/2006/main" noGrp="1"/>
          </p:cNvSpPr>
          <p:nvPr/>
        </p:nvSpPr>
        <p:spPr>
          <a:xfrm xmlns:a="http://schemas.openxmlformats.org/drawingml/2006/main">
            <a:off x="52006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postload.m</a:t>
            </a:r>
          </a:p>
        </p:txBody>
      </p:sp>
      <p:sp>
        <p:nvSpPr>
          <p:cNvPr id="38" name="s34-stage-body-2">
            <a:extLst xmlns:a="http://schemas.openxmlformats.org/drawingml/2006/main">
              <a:ext uri="{FF2B5EF4-FFF2-40B4-BE49-F238E27FC236}">
                <a16:creationId xmlns:a16="http://schemas.microsoft.com/office/drawing/2014/main" id="{A3012A61-58A3-4A25-92BE-36C1BEC6B6F1}"/>
              </a:ext>
            </a:extLst>
          </p:cNvPr>
          <p:cNvSpPr>
            <a:spLocks xmlns:a="http://schemas.openxmlformats.org/drawingml/2006/main" noGrp="1"/>
          </p:cNvSpPr>
          <p:nvPr/>
        </p:nvSpPr>
        <p:spPr>
          <a:xfrm xmlns:a="http://schemas.openxmlformats.org/drawingml/2006/main">
            <a:off x="52197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solver • logging configuration</a:t>
            </a:r>
          </a:p>
        </p:txBody>
      </p:sp>
      <p:sp>
        <p:nvSpPr>
          <p:cNvPr id="39" name="s34-stage-3">
            <a:extLst xmlns:a="http://schemas.openxmlformats.org/drawingml/2006/main">
              <a:ext uri="{FF2B5EF4-FFF2-40B4-BE49-F238E27FC236}">
                <a16:creationId xmlns:a16="http://schemas.microsoft.com/office/drawing/2014/main" id="{256E0CA4-3156-4061-92AA-8CE2B3833D41}"/>
              </a:ext>
            </a:extLst>
          </p:cNvPr>
          <p:cNvSpPr>
            <a:spLocks xmlns:a="http://schemas.openxmlformats.org/drawingml/2006/main" noGrp="1"/>
          </p:cNvSpPr>
          <p:nvPr/>
        </p:nvSpPr>
        <p:spPr>
          <a:xfrm xmlns:a="http://schemas.openxmlformats.org/drawingml/2006/main">
            <a:off x="7315200" y="1714500"/>
            <a:ext cx="1828800" cy="1381125"/>
          </a:xfrm>
          <a:prstGeom xmlns:a="http://schemas.openxmlformats.org/drawingml/2006/main" prst="roundRect">
            <a:avLst>
              <a:gd name="adj" fmla="val 8276"/>
            </a:avLst>
          </a:prstGeom>
          <a:solidFill xmlns:a="http://schemas.openxmlformats.org/drawingml/2006/main">
            <a:srgbClr val="E2F4EA"/>
          </a:solidFill>
          <a:ln xmlns:a="http://schemas.openxmlformats.org/drawingml/2006/main" w="14288">
            <a:solidFill>
              <a:srgbClr val="2CA56F"/>
            </a:solidFill>
            <a:prstDash val="solid"/>
          </a:ln>
        </p:spPr>
      </p:sp>
      <p:sp>
        <p:nvSpPr>
          <p:cNvPr id="40" name="s34-stage-title-3">
            <a:extLst xmlns:a="http://schemas.openxmlformats.org/drawingml/2006/main">
              <a:ext uri="{FF2B5EF4-FFF2-40B4-BE49-F238E27FC236}">
                <a16:creationId xmlns:a16="http://schemas.microsoft.com/office/drawing/2014/main" id="{F27E142A-90AE-4B5A-92F1-3B6A9AB0218B}"/>
              </a:ext>
            </a:extLst>
          </p:cNvPr>
          <p:cNvSpPr>
            <a:spLocks xmlns:a="http://schemas.openxmlformats.org/drawingml/2006/main" noGrp="1"/>
          </p:cNvSpPr>
          <p:nvPr/>
        </p:nvSpPr>
        <p:spPr>
          <a:xfrm xmlns:a="http://schemas.openxmlformats.org/drawingml/2006/main">
            <a:off x="74295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CA56F"/>
                </a:solidFill>
                <a:latin typeface="Aptos"/>
                <a:ea typeface="Aptos"/>
                <a:cs typeface="Aptos"/>
              </a:defRPr>
            </a:pPr>
            <a:r>
              <a:rPr sz="1140" b="1">
                <a:solidFill>
                  <a:srgbClr val="2CA56F"/>
                </a:solidFill>
                <a:latin typeface="Aptos"/>
                <a:ea typeface="Aptos"/>
                <a:cs typeface="Aptos"/>
              </a:rPr>
              <a:t>EXECUTE</a:t>
            </a:r>
          </a:p>
        </p:txBody>
      </p:sp>
      <p:sp>
        <p:nvSpPr>
          <p:cNvPr id="41" name="s34-stage-file-3">
            <a:extLst xmlns:a="http://schemas.openxmlformats.org/drawingml/2006/main">
              <a:ext uri="{FF2B5EF4-FFF2-40B4-BE49-F238E27FC236}">
                <a16:creationId xmlns:a16="http://schemas.microsoft.com/office/drawing/2014/main" id="{EF8EAE54-58EE-42EA-8D80-9D25021E174A}"/>
              </a:ext>
            </a:extLst>
          </p:cNvPr>
          <p:cNvSpPr>
            <a:spLocks xmlns:a="http://schemas.openxmlformats.org/drawingml/2006/main" noGrp="1"/>
          </p:cNvSpPr>
          <p:nvPr/>
        </p:nvSpPr>
        <p:spPr>
          <a:xfrm xmlns:a="http://schemas.openxmlformats.org/drawingml/2006/main">
            <a:off x="74104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run_pitch_rate_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limiter_tests.m</a:t>
            </a:r>
          </a:p>
        </p:txBody>
      </p:sp>
      <p:sp>
        <p:nvSpPr>
          <p:cNvPr id="42" name="s34-stage-body-3">
            <a:extLst xmlns:a="http://schemas.openxmlformats.org/drawingml/2006/main">
              <a:ext uri="{FF2B5EF4-FFF2-40B4-BE49-F238E27FC236}">
                <a16:creationId xmlns:a16="http://schemas.microsoft.com/office/drawing/2014/main" id="{9561AFF4-B393-4AF8-BC11-BC478BAEAB6B}"/>
              </a:ext>
            </a:extLst>
          </p:cNvPr>
          <p:cNvSpPr>
            <a:spLocks xmlns:a="http://schemas.openxmlformats.org/drawingml/2006/main" noGrp="1"/>
          </p:cNvSpPr>
          <p:nvPr/>
        </p:nvSpPr>
        <p:spPr>
          <a:xfrm xmlns:a="http://schemas.openxmlformats.org/drawingml/2006/main">
            <a:off x="74295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harness run + visible oracle</a:t>
            </a:r>
          </a:p>
        </p:txBody>
      </p:sp>
      <p:sp>
        <p:nvSpPr>
          <p:cNvPr id="43" name="s34-stage-4">
            <a:extLst xmlns:a="http://schemas.openxmlformats.org/drawingml/2006/main">
              <a:ext uri="{FF2B5EF4-FFF2-40B4-BE49-F238E27FC236}">
                <a16:creationId xmlns:a16="http://schemas.microsoft.com/office/drawing/2014/main" id="{9AFCE74D-CB9A-4F6B-B52E-8D2D2213FF06}"/>
              </a:ext>
            </a:extLst>
          </p:cNvPr>
          <p:cNvSpPr>
            <a:spLocks xmlns:a="http://schemas.openxmlformats.org/drawingml/2006/main" noGrp="1"/>
          </p:cNvSpPr>
          <p:nvPr/>
        </p:nvSpPr>
        <p:spPr>
          <a:xfrm xmlns:a="http://schemas.openxmlformats.org/drawingml/2006/main">
            <a:off x="95250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44" name="s34-stage-title-4">
            <a:extLst xmlns:a="http://schemas.openxmlformats.org/drawingml/2006/main">
              <a:ext uri="{FF2B5EF4-FFF2-40B4-BE49-F238E27FC236}">
                <a16:creationId xmlns:a16="http://schemas.microsoft.com/office/drawing/2014/main" id="{32682F9D-1D8B-4181-80D3-B31FD919B603}"/>
              </a:ext>
            </a:extLst>
          </p:cNvPr>
          <p:cNvSpPr>
            <a:spLocks xmlns:a="http://schemas.openxmlformats.org/drawingml/2006/main" noGrp="1"/>
          </p:cNvSpPr>
          <p:nvPr/>
        </p:nvSpPr>
        <p:spPr>
          <a:xfrm xmlns:a="http://schemas.openxmlformats.org/drawingml/2006/main">
            <a:off x="96393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CLEANUP</a:t>
            </a:r>
          </a:p>
        </p:txBody>
      </p:sp>
      <p:sp>
        <p:nvSpPr>
          <p:cNvPr id="45" name="s34-stage-file-4">
            <a:extLst xmlns:a="http://schemas.openxmlformats.org/drawingml/2006/main">
              <a:ext uri="{FF2B5EF4-FFF2-40B4-BE49-F238E27FC236}">
                <a16:creationId xmlns:a16="http://schemas.microsoft.com/office/drawing/2014/main" id="{BE776F2E-F3A2-4589-B04B-72B01E79F327}"/>
              </a:ext>
            </a:extLst>
          </p:cNvPr>
          <p:cNvSpPr>
            <a:spLocks xmlns:a="http://schemas.openxmlformats.org/drawingml/2006/main" noGrp="1"/>
          </p:cNvSpPr>
          <p:nvPr/>
        </p:nvSpPr>
        <p:spPr>
          <a:xfrm xmlns:a="http://schemas.openxmlformats.org/drawingml/2006/main">
            <a:off x="96202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cleanup.m</a:t>
            </a:r>
          </a:p>
        </p:txBody>
      </p:sp>
      <p:sp>
        <p:nvSpPr>
          <p:cNvPr id="46" name="s34-stage-body-4">
            <a:extLst xmlns:a="http://schemas.openxmlformats.org/drawingml/2006/main">
              <a:ext uri="{FF2B5EF4-FFF2-40B4-BE49-F238E27FC236}">
                <a16:creationId xmlns:a16="http://schemas.microsoft.com/office/drawing/2014/main" id="{1C99E313-1AB2-40B7-B406-185A3000C708}"/>
              </a:ext>
            </a:extLst>
          </p:cNvPr>
          <p:cNvSpPr>
            <a:spLocks xmlns:a="http://schemas.openxmlformats.org/drawingml/2006/main" noGrp="1"/>
          </p:cNvSpPr>
          <p:nvPr/>
        </p:nvSpPr>
        <p:spPr>
          <a:xfrm xmlns:a="http://schemas.openxmlformats.org/drawingml/2006/main">
            <a:off x="96393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release only owned state</a:t>
            </a:r>
          </a:p>
        </p:txBody>
      </p:sp>
      <p:sp>
        <p:nvSpPr>
          <p:cNvPr id="47" name="s34-principle-0">
            <a:extLst xmlns:a="http://schemas.openxmlformats.org/drawingml/2006/main">
              <a:ext uri="{FF2B5EF4-FFF2-40B4-BE49-F238E27FC236}">
                <a16:creationId xmlns:a16="http://schemas.microsoft.com/office/drawing/2014/main" id="{5ECA5762-8B37-4E7E-91C7-8758F8ED2599}"/>
              </a:ext>
            </a:extLst>
          </p:cNvPr>
          <p:cNvSpPr>
            <a:spLocks xmlns:a="http://schemas.openxmlformats.org/drawingml/2006/main" noGrp="1"/>
          </p:cNvSpPr>
          <p:nvPr/>
        </p:nvSpPr>
        <p:spPr>
          <a:xfrm xmlns:a="http://schemas.openxmlformats.org/drawingml/2006/main">
            <a:off x="685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CONTEXT</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Callbacks establish reproducible state.</a:t>
            </a:r>
          </a:p>
        </p:txBody>
      </p:sp>
      <p:sp>
        <p:nvSpPr>
          <p:cNvPr id="48" name="s34-principle-1">
            <a:extLst xmlns:a="http://schemas.openxmlformats.org/drawingml/2006/main">
              <a:ext uri="{FF2B5EF4-FFF2-40B4-BE49-F238E27FC236}">
                <a16:creationId xmlns:a16="http://schemas.microsoft.com/office/drawing/2014/main" id="{3321E1B9-1DD6-4A65-929F-49071314BA3A}"/>
              </a:ext>
            </a:extLst>
          </p:cNvPr>
          <p:cNvSpPr>
            <a:spLocks xmlns:a="http://schemas.openxmlformats.org/drawingml/2006/main" noGrp="1"/>
          </p:cNvSpPr>
          <p:nvPr/>
        </p:nvSpPr>
        <p:spPr>
          <a:xfrm xmlns:a="http://schemas.openxmlformats.org/drawingml/2006/main">
            <a:off x="4305300" y="3600450"/>
            <a:ext cx="3390900" cy="1200150"/>
          </a:xfrm>
          <a:prstGeom xmlns:a="http://schemas.openxmlformats.org/drawingml/2006/main" prst="roundRect">
            <a:avLst>
              <a:gd name="adj" fmla="val 952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ORACLE</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Expected values and pass/fail logic stay in the test driver.</a:t>
            </a:r>
          </a:p>
        </p:txBody>
      </p:sp>
      <p:sp>
        <p:nvSpPr>
          <p:cNvPr id="49" name="s34-principle-2">
            <a:extLst xmlns:a="http://schemas.openxmlformats.org/drawingml/2006/main">
              <a:ext uri="{FF2B5EF4-FFF2-40B4-BE49-F238E27FC236}">
                <a16:creationId xmlns:a16="http://schemas.microsoft.com/office/drawing/2014/main" id="{F0D763B5-54A8-46EF-AEA3-FE4EFECDD9D2}"/>
              </a:ext>
            </a:extLst>
          </p:cNvPr>
          <p:cNvSpPr>
            <a:spLocks xmlns:a="http://schemas.openxmlformats.org/drawingml/2006/main" noGrp="1"/>
          </p:cNvSpPr>
          <p:nvPr/>
        </p:nvSpPr>
        <p:spPr>
          <a:xfrm xmlns:a="http://schemas.openxmlformats.org/drawingml/2006/main">
            <a:off x="7924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EVIDENCE</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CSV, MAT, HTML, and PNG retain the controlled outcome.</a:t>
            </a:r>
          </a:p>
        </p:txBody>
      </p:sp>
      <p:sp>
        <p:nvSpPr>
          <p:cNvPr id="50" name="s34-repeat">
            <a:extLst xmlns:a="http://schemas.openxmlformats.org/drawingml/2006/main">
              <a:ext uri="{FF2B5EF4-FFF2-40B4-BE49-F238E27FC236}">
                <a16:creationId xmlns:a16="http://schemas.microsoft.com/office/drawing/2014/main" id="{25E600EB-D492-4BF7-9FA2-C0A154BD392D}"/>
              </a:ext>
            </a:extLst>
          </p:cNvPr>
          <p:cNvSpPr>
            <a:spLocks xmlns:a="http://schemas.openxmlformats.org/drawingml/2006/main" noGrp="1"/>
          </p:cNvSpPr>
          <p:nvPr/>
        </p:nvSpPr>
        <p:spPr>
          <a:xfrm xmlns:a="http://schemas.openxmlformats.org/drawingml/2006/main">
            <a:off x="685800" y="5067300"/>
            <a:ext cx="10820400" cy="781050"/>
          </a:xfrm>
          <a:prstGeom xmlns:a="http://schemas.openxmlformats.org/drawingml/2006/main" prst="roundRect">
            <a:avLst>
              <a:gd name="adj" fmla="val 14634"/>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Repeatability rule: prepare → execute → assess → retain → clean up. Dirty learner models are preserved so cleanup does not discard unsaved work.</a:t>
            </a:r>
          </a:p>
        </p:txBody>
      </p:sp>
    </p:spTree>
    <p:extLst>
      <p:ext uri="{BB962C8B-B14F-4D97-AF65-F5344CB8AC3E}">
        <p14:creationId xmlns:p14="http://schemas.microsoft.com/office/powerpoint/2010/main" val="1450052894"/>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40</a:t>
            </a:r>
          </a:p>
        </p:txBody>
      </p:sp>
      <p:sp>
        <p:nvSpPr>
          <p:cNvPr id="17" name="s35-path">
            <a:extLst xmlns:a="http://schemas.openxmlformats.org/drawingml/2006/main">
              <a:ext uri="{FF2B5EF4-FFF2-40B4-BE49-F238E27FC236}">
                <a16:creationId xmlns:a16="http://schemas.microsoft.com/office/drawing/2014/main" id="{3A6611F2-B048-45EB-9CF4-D80DC37D0ECF}"/>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data/FCS_Data.sldd  •  shared by all eight delivered models  •  controlled fixed-step Sample_time = 0.02 s (50 Hz)</a:t>
            </a:r>
          </a:p>
        </p:txBody>
      </p:sp>
      <p:sp>
        <p:nvSpPr>
          <p:cNvPr id="18" name="s35-param-heading">
            <a:extLst xmlns:a="http://schemas.openxmlformats.org/drawingml/2006/main">
              <a:ext uri="{FF2B5EF4-FFF2-40B4-BE49-F238E27FC236}">
                <a16:creationId xmlns:a16="http://schemas.microsoft.com/office/drawing/2014/main" id="{E891095B-CEF8-4D9A-8051-DA9B748BAC3E}"/>
              </a:ext>
            </a:extLst>
          </p:cNvPr>
          <p:cNvSpPr>
            <a:spLocks xmlns:a="http://schemas.openxmlformats.org/drawingml/2006/main" noGrp="1"/>
          </p:cNvSpPr>
          <p:nvPr/>
        </p:nvSpPr>
        <p:spPr>
          <a:xfrm xmlns:a="http://schemas.openxmlformats.org/drawingml/2006/main">
            <a:off x="6858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ILLUSTRATIVE CONTROLLED PARAMETERS</a:t>
            </a:r>
          </a:p>
        </p:txBody>
      </p:sp>
      <p:sp>
        <p:nvSpPr>
          <p:cNvPr id="19" name="s35-bus-heading">
            <a:extLst xmlns:a="http://schemas.openxmlformats.org/drawingml/2006/main">
              <a:ext uri="{FF2B5EF4-FFF2-40B4-BE49-F238E27FC236}">
                <a16:creationId xmlns:a16="http://schemas.microsoft.com/office/drawing/2014/main" id="{B45598B7-AA24-40AA-8DF9-2A11A0F7D6B3}"/>
              </a:ext>
            </a:extLst>
          </p:cNvPr>
          <p:cNvSpPr>
            <a:spLocks xmlns:a="http://schemas.openxmlformats.org/drawingml/2006/main" noGrp="1"/>
          </p:cNvSpPr>
          <p:nvPr/>
        </p:nvSpPr>
        <p:spPr>
          <a:xfrm xmlns:a="http://schemas.openxmlformats.org/drawingml/2006/main">
            <a:off x="62484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FlightControlBus — EXPLICIT INTERFACE CONTRACT</a:t>
            </a:r>
          </a:p>
        </p:txBody>
      </p:sp>
      <p:sp>
        <p:nvSpPr>
          <p:cNvPr id="20" name="s35-param-0">
            <a:extLst xmlns:a="http://schemas.openxmlformats.org/drawingml/2006/main">
              <a:ext uri="{FF2B5EF4-FFF2-40B4-BE49-F238E27FC236}">
                <a16:creationId xmlns:a16="http://schemas.microsoft.com/office/drawing/2014/main" id="{CF4CC462-81BD-4FB3-9D1A-8C8B23D4F9E2}"/>
              </a:ext>
            </a:extLst>
          </p:cNvPr>
          <p:cNvSpPr>
            <a:spLocks xmlns:a="http://schemas.openxmlformats.org/drawingml/2006/main" noGrp="1"/>
          </p:cNvSpPr>
          <p:nvPr/>
        </p:nvSpPr>
        <p:spPr>
          <a:xfrm xmlns:a="http://schemas.openxmlformats.org/drawingml/2006/main">
            <a:off x="685800" y="22669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1" name="s35-param-name-0">
            <a:extLst xmlns:a="http://schemas.openxmlformats.org/drawingml/2006/main">
              <a:ext uri="{FF2B5EF4-FFF2-40B4-BE49-F238E27FC236}">
                <a16:creationId xmlns:a16="http://schemas.microsoft.com/office/drawing/2014/main" id="{BD489A8E-0DCC-40C6-BE90-901E5CEC200A}"/>
              </a:ext>
            </a:extLst>
          </p:cNvPr>
          <p:cNvSpPr>
            <a:spLocks xmlns:a="http://schemas.openxmlformats.org/drawingml/2006/main" noGrp="1"/>
          </p:cNvSpPr>
          <p:nvPr/>
        </p:nvSpPr>
        <p:spPr>
          <a:xfrm xmlns:a="http://schemas.openxmlformats.org/drawingml/2006/main">
            <a:off x="819150" y="23050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Sample_time</a:t>
            </a:r>
          </a:p>
        </p:txBody>
      </p:sp>
      <p:sp>
        <p:nvSpPr>
          <p:cNvPr id="22" name="s35-param-value-0">
            <a:extLst xmlns:a="http://schemas.openxmlformats.org/drawingml/2006/main">
              <a:ext uri="{FF2B5EF4-FFF2-40B4-BE49-F238E27FC236}">
                <a16:creationId xmlns:a16="http://schemas.microsoft.com/office/drawing/2014/main" id="{8BD2267C-F92C-4E27-A2A9-94B09F7B27A0}"/>
              </a:ext>
            </a:extLst>
          </p:cNvPr>
          <p:cNvSpPr>
            <a:spLocks xmlns:a="http://schemas.openxmlformats.org/drawingml/2006/main" noGrp="1"/>
          </p:cNvSpPr>
          <p:nvPr/>
        </p:nvSpPr>
        <p:spPr>
          <a:xfrm xmlns:a="http://schemas.openxmlformats.org/drawingml/2006/main">
            <a:off x="3048000" y="23050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 s</a:t>
            </a:r>
          </a:p>
        </p:txBody>
      </p:sp>
      <p:sp>
        <p:nvSpPr>
          <p:cNvPr id="23" name="s35-param-type-0">
            <a:extLst xmlns:a="http://schemas.openxmlformats.org/drawingml/2006/main">
              <a:ext uri="{FF2B5EF4-FFF2-40B4-BE49-F238E27FC236}">
                <a16:creationId xmlns:a16="http://schemas.microsoft.com/office/drawing/2014/main" id="{2F70D834-EE6F-4A7C-AD83-3783ACC65F5B}"/>
              </a:ext>
            </a:extLst>
          </p:cNvPr>
          <p:cNvSpPr>
            <a:spLocks xmlns:a="http://schemas.openxmlformats.org/drawingml/2006/main" noGrp="1"/>
          </p:cNvSpPr>
          <p:nvPr/>
        </p:nvSpPr>
        <p:spPr>
          <a:xfrm xmlns:a="http://schemas.openxmlformats.org/drawingml/2006/main">
            <a:off x="4762500" y="23050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4" name="s35-param-1">
            <a:extLst xmlns:a="http://schemas.openxmlformats.org/drawingml/2006/main">
              <a:ext uri="{FF2B5EF4-FFF2-40B4-BE49-F238E27FC236}">
                <a16:creationId xmlns:a16="http://schemas.microsoft.com/office/drawing/2014/main" id="{95F6E0F5-E295-4A05-A9BC-6E50739EEDAD}"/>
              </a:ext>
            </a:extLst>
          </p:cNvPr>
          <p:cNvSpPr>
            <a:spLocks xmlns:a="http://schemas.openxmlformats.org/drawingml/2006/main" noGrp="1"/>
          </p:cNvSpPr>
          <p:nvPr/>
        </p:nvSpPr>
        <p:spPr>
          <a:xfrm xmlns:a="http://schemas.openxmlformats.org/drawingml/2006/main">
            <a:off x="685800" y="27813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25" name="s35-param-name-1">
            <a:extLst xmlns:a="http://schemas.openxmlformats.org/drawingml/2006/main">
              <a:ext uri="{FF2B5EF4-FFF2-40B4-BE49-F238E27FC236}">
                <a16:creationId xmlns:a16="http://schemas.microsoft.com/office/drawing/2014/main" id="{9A077507-3434-4162-BF07-B00BAF8DF003}"/>
              </a:ext>
            </a:extLst>
          </p:cNvPr>
          <p:cNvSpPr>
            <a:spLocks xmlns:a="http://schemas.openxmlformats.org/drawingml/2006/main" noGrp="1"/>
          </p:cNvSpPr>
          <p:nvPr/>
        </p:nvSpPr>
        <p:spPr>
          <a:xfrm xmlns:a="http://schemas.openxmlformats.org/drawingml/2006/main">
            <a:off x="819150" y="28194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q_limit_normal</a:t>
            </a:r>
          </a:p>
        </p:txBody>
      </p:sp>
      <p:sp>
        <p:nvSpPr>
          <p:cNvPr id="26" name="s35-param-value-1">
            <a:extLst xmlns:a="http://schemas.openxmlformats.org/drawingml/2006/main">
              <a:ext uri="{FF2B5EF4-FFF2-40B4-BE49-F238E27FC236}">
                <a16:creationId xmlns:a16="http://schemas.microsoft.com/office/drawing/2014/main" id="{93A1A999-F884-443A-A8F5-CD23532B7F12}"/>
              </a:ext>
            </a:extLst>
          </p:cNvPr>
          <p:cNvSpPr>
            <a:spLocks xmlns:a="http://schemas.openxmlformats.org/drawingml/2006/main" noGrp="1"/>
          </p:cNvSpPr>
          <p:nvPr/>
        </p:nvSpPr>
        <p:spPr>
          <a:xfrm xmlns:a="http://schemas.openxmlformats.org/drawingml/2006/main">
            <a:off x="3048000" y="28194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12 deg/s</a:t>
            </a:r>
          </a:p>
        </p:txBody>
      </p:sp>
      <p:sp>
        <p:nvSpPr>
          <p:cNvPr id="27" name="s35-param-type-1">
            <a:extLst xmlns:a="http://schemas.openxmlformats.org/drawingml/2006/main">
              <a:ext uri="{FF2B5EF4-FFF2-40B4-BE49-F238E27FC236}">
                <a16:creationId xmlns:a16="http://schemas.microsoft.com/office/drawing/2014/main" id="{C772B499-B236-4BE9-8E01-0CE71CC11BD2}"/>
              </a:ext>
            </a:extLst>
          </p:cNvPr>
          <p:cNvSpPr>
            <a:spLocks xmlns:a="http://schemas.openxmlformats.org/drawingml/2006/main" noGrp="1"/>
          </p:cNvSpPr>
          <p:nvPr/>
        </p:nvSpPr>
        <p:spPr>
          <a:xfrm xmlns:a="http://schemas.openxmlformats.org/drawingml/2006/main">
            <a:off x="4762500" y="28194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8" name="s35-param-2">
            <a:extLst xmlns:a="http://schemas.openxmlformats.org/drawingml/2006/main">
              <a:ext uri="{FF2B5EF4-FFF2-40B4-BE49-F238E27FC236}">
                <a16:creationId xmlns:a16="http://schemas.microsoft.com/office/drawing/2014/main" id="{6D1EF078-8790-45C6-9D25-1632EEA38B05}"/>
              </a:ext>
            </a:extLst>
          </p:cNvPr>
          <p:cNvSpPr>
            <a:spLocks xmlns:a="http://schemas.openxmlformats.org/drawingml/2006/main" noGrp="1"/>
          </p:cNvSpPr>
          <p:nvPr/>
        </p:nvSpPr>
        <p:spPr>
          <a:xfrm xmlns:a="http://schemas.openxmlformats.org/drawingml/2006/main">
            <a:off x="685800" y="32956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9" name="s35-param-name-2">
            <a:extLst xmlns:a="http://schemas.openxmlformats.org/drawingml/2006/main">
              <a:ext uri="{FF2B5EF4-FFF2-40B4-BE49-F238E27FC236}">
                <a16:creationId xmlns:a16="http://schemas.microsoft.com/office/drawing/2014/main" id="{A4B1245B-242F-4D05-9CBE-DA4B5B0CBFF4}"/>
              </a:ext>
            </a:extLst>
          </p:cNvPr>
          <p:cNvSpPr>
            <a:spLocks xmlns:a="http://schemas.openxmlformats.org/drawingml/2006/main" noGrp="1"/>
          </p:cNvSpPr>
          <p:nvPr/>
        </p:nvSpPr>
        <p:spPr>
          <a:xfrm xmlns:a="http://schemas.openxmlformats.org/drawingml/2006/main">
            <a:off x="819150" y="3333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pitch_Kp</a:t>
            </a:r>
          </a:p>
        </p:txBody>
      </p:sp>
      <p:sp>
        <p:nvSpPr>
          <p:cNvPr id="30" name="s35-param-value-2">
            <a:extLst xmlns:a="http://schemas.openxmlformats.org/drawingml/2006/main">
              <a:ext uri="{FF2B5EF4-FFF2-40B4-BE49-F238E27FC236}">
                <a16:creationId xmlns:a16="http://schemas.microsoft.com/office/drawing/2014/main" id="{CD4041DE-DCFB-4FC0-B358-99793690EE32}"/>
              </a:ext>
            </a:extLst>
          </p:cNvPr>
          <p:cNvSpPr>
            <a:spLocks xmlns:a="http://schemas.openxmlformats.org/drawingml/2006/main" noGrp="1"/>
          </p:cNvSpPr>
          <p:nvPr/>
        </p:nvSpPr>
        <p:spPr>
          <a:xfrm xmlns:a="http://schemas.openxmlformats.org/drawingml/2006/main">
            <a:off x="3048000" y="33337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0.60</a:t>
            </a:r>
          </a:p>
        </p:txBody>
      </p:sp>
      <p:sp>
        <p:nvSpPr>
          <p:cNvPr id="31" name="s35-param-type-2">
            <a:extLst xmlns:a="http://schemas.openxmlformats.org/drawingml/2006/main">
              <a:ext uri="{FF2B5EF4-FFF2-40B4-BE49-F238E27FC236}">
                <a16:creationId xmlns:a16="http://schemas.microsoft.com/office/drawing/2014/main" id="{5C1E0DD0-CA37-48C9-A89E-C9A5C4BA9B17}"/>
              </a:ext>
            </a:extLst>
          </p:cNvPr>
          <p:cNvSpPr>
            <a:spLocks xmlns:a="http://schemas.openxmlformats.org/drawingml/2006/main" noGrp="1"/>
          </p:cNvSpPr>
          <p:nvPr/>
        </p:nvSpPr>
        <p:spPr>
          <a:xfrm xmlns:a="http://schemas.openxmlformats.org/drawingml/2006/main">
            <a:off x="4762500" y="33337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2" name="s35-param-3">
            <a:extLst xmlns:a="http://schemas.openxmlformats.org/drawingml/2006/main">
              <a:ext uri="{FF2B5EF4-FFF2-40B4-BE49-F238E27FC236}">
                <a16:creationId xmlns:a16="http://schemas.microsoft.com/office/drawing/2014/main" id="{1D086A47-58CA-47D8-AC2F-DA58F0728A58}"/>
              </a:ext>
            </a:extLst>
          </p:cNvPr>
          <p:cNvSpPr>
            <a:spLocks xmlns:a="http://schemas.openxmlformats.org/drawingml/2006/main" noGrp="1"/>
          </p:cNvSpPr>
          <p:nvPr/>
        </p:nvSpPr>
        <p:spPr>
          <a:xfrm xmlns:a="http://schemas.openxmlformats.org/drawingml/2006/main">
            <a:off x="685800" y="38100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33" name="s35-param-name-3">
            <a:extLst xmlns:a="http://schemas.openxmlformats.org/drawingml/2006/main">
              <a:ext uri="{FF2B5EF4-FFF2-40B4-BE49-F238E27FC236}">
                <a16:creationId xmlns:a16="http://schemas.microsoft.com/office/drawing/2014/main" id="{A72168E7-535E-4AA7-8207-CBFD3AE1560E}"/>
              </a:ext>
            </a:extLst>
          </p:cNvPr>
          <p:cNvSpPr>
            <a:spLocks xmlns:a="http://schemas.openxmlformats.org/drawingml/2006/main" noGrp="1"/>
          </p:cNvSpPr>
          <p:nvPr/>
        </p:nvSpPr>
        <p:spPr>
          <a:xfrm xmlns:a="http://schemas.openxmlformats.org/drawingml/2006/main">
            <a:off x="819150" y="38481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pitch_Ki</a:t>
            </a:r>
          </a:p>
        </p:txBody>
      </p:sp>
      <p:sp>
        <p:nvSpPr>
          <p:cNvPr id="34" name="s35-param-value-3">
            <a:extLst xmlns:a="http://schemas.openxmlformats.org/drawingml/2006/main">
              <a:ext uri="{FF2B5EF4-FFF2-40B4-BE49-F238E27FC236}">
                <a16:creationId xmlns:a16="http://schemas.microsoft.com/office/drawing/2014/main" id="{D36363ED-3DA3-49A2-9A1A-859774D1F779}"/>
              </a:ext>
            </a:extLst>
          </p:cNvPr>
          <p:cNvSpPr>
            <a:spLocks xmlns:a="http://schemas.openxmlformats.org/drawingml/2006/main" noGrp="1"/>
          </p:cNvSpPr>
          <p:nvPr/>
        </p:nvSpPr>
        <p:spPr>
          <a:xfrm xmlns:a="http://schemas.openxmlformats.org/drawingml/2006/main">
            <a:off x="3048000" y="38481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0.025 1/s</a:t>
            </a:r>
          </a:p>
        </p:txBody>
      </p:sp>
      <p:sp>
        <p:nvSpPr>
          <p:cNvPr id="35" name="s35-param-type-3">
            <a:extLst xmlns:a="http://schemas.openxmlformats.org/drawingml/2006/main">
              <a:ext uri="{FF2B5EF4-FFF2-40B4-BE49-F238E27FC236}">
                <a16:creationId xmlns:a16="http://schemas.microsoft.com/office/drawing/2014/main" id="{65673B00-80F4-4FB6-ABD0-24316B15F40F}"/>
              </a:ext>
            </a:extLst>
          </p:cNvPr>
          <p:cNvSpPr>
            <a:spLocks xmlns:a="http://schemas.openxmlformats.org/drawingml/2006/main" noGrp="1"/>
          </p:cNvSpPr>
          <p:nvPr/>
        </p:nvSpPr>
        <p:spPr>
          <a:xfrm xmlns:a="http://schemas.openxmlformats.org/drawingml/2006/main">
            <a:off x="4762500" y="38481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6" name="s35-param-4">
            <a:extLst xmlns:a="http://schemas.openxmlformats.org/drawingml/2006/main">
              <a:ext uri="{FF2B5EF4-FFF2-40B4-BE49-F238E27FC236}">
                <a16:creationId xmlns:a16="http://schemas.microsoft.com/office/drawing/2014/main" id="{3CEBB3B4-457D-410B-A9B1-5ABC65BCC0FE}"/>
              </a:ext>
            </a:extLst>
          </p:cNvPr>
          <p:cNvSpPr>
            <a:spLocks xmlns:a="http://schemas.openxmlformats.org/drawingml/2006/main" noGrp="1"/>
          </p:cNvSpPr>
          <p:nvPr/>
        </p:nvSpPr>
        <p:spPr>
          <a:xfrm xmlns:a="http://schemas.openxmlformats.org/drawingml/2006/main">
            <a:off x="685800" y="43243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37" name="s35-param-name-4">
            <a:extLst xmlns:a="http://schemas.openxmlformats.org/drawingml/2006/main">
              <a:ext uri="{FF2B5EF4-FFF2-40B4-BE49-F238E27FC236}">
                <a16:creationId xmlns:a16="http://schemas.microsoft.com/office/drawing/2014/main" id="{76326D0D-9141-432F-810C-4EB3C0F08743}"/>
              </a:ext>
            </a:extLst>
          </p:cNvPr>
          <p:cNvSpPr>
            <a:spLocks xmlns:a="http://schemas.openxmlformats.org/drawingml/2006/main" noGrp="1"/>
          </p:cNvSpPr>
          <p:nvPr/>
        </p:nvSpPr>
        <p:spPr>
          <a:xfrm xmlns:a="http://schemas.openxmlformats.org/drawingml/2006/main">
            <a:off x="819150" y="4362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pitch_rate_Kp</a:t>
            </a:r>
          </a:p>
        </p:txBody>
      </p:sp>
      <p:sp>
        <p:nvSpPr>
          <p:cNvPr id="38" name="s35-param-value-4">
            <a:extLst xmlns:a="http://schemas.openxmlformats.org/drawingml/2006/main">
              <a:ext uri="{FF2B5EF4-FFF2-40B4-BE49-F238E27FC236}">
                <a16:creationId xmlns:a16="http://schemas.microsoft.com/office/drawing/2014/main" id="{7626062B-B7E9-49A4-B81A-9E08214F7EBB}"/>
              </a:ext>
            </a:extLst>
          </p:cNvPr>
          <p:cNvSpPr>
            <a:spLocks xmlns:a="http://schemas.openxmlformats.org/drawingml/2006/main" noGrp="1"/>
          </p:cNvSpPr>
          <p:nvPr/>
        </p:nvSpPr>
        <p:spPr>
          <a:xfrm xmlns:a="http://schemas.openxmlformats.org/drawingml/2006/main">
            <a:off x="3048000" y="43624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0.30 s</a:t>
            </a:r>
          </a:p>
        </p:txBody>
      </p:sp>
      <p:sp>
        <p:nvSpPr>
          <p:cNvPr id="39" name="s35-param-type-4">
            <a:extLst xmlns:a="http://schemas.openxmlformats.org/drawingml/2006/main">
              <a:ext uri="{FF2B5EF4-FFF2-40B4-BE49-F238E27FC236}">
                <a16:creationId xmlns:a16="http://schemas.microsoft.com/office/drawing/2014/main" id="{E0AB59EB-34AA-499B-AC20-885563BC7B87}"/>
              </a:ext>
            </a:extLst>
          </p:cNvPr>
          <p:cNvSpPr>
            <a:spLocks xmlns:a="http://schemas.openxmlformats.org/drawingml/2006/main" noGrp="1"/>
          </p:cNvSpPr>
          <p:nvPr/>
        </p:nvSpPr>
        <p:spPr>
          <a:xfrm xmlns:a="http://schemas.openxmlformats.org/drawingml/2006/main">
            <a:off x="4762500" y="4362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0" name="s35-param-5">
            <a:extLst xmlns:a="http://schemas.openxmlformats.org/drawingml/2006/main">
              <a:ext uri="{FF2B5EF4-FFF2-40B4-BE49-F238E27FC236}">
                <a16:creationId xmlns:a16="http://schemas.microsoft.com/office/drawing/2014/main" id="{E6BD3B59-CF04-4355-A204-D1C2CDCA7320}"/>
              </a:ext>
            </a:extLst>
          </p:cNvPr>
          <p:cNvSpPr>
            <a:spLocks xmlns:a="http://schemas.openxmlformats.org/drawingml/2006/main" noGrp="1"/>
          </p:cNvSpPr>
          <p:nvPr/>
        </p:nvSpPr>
        <p:spPr>
          <a:xfrm xmlns:a="http://schemas.openxmlformats.org/drawingml/2006/main">
            <a:off x="685800" y="48387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41" name="s35-param-name-5">
            <a:extLst xmlns:a="http://schemas.openxmlformats.org/drawingml/2006/main">
              <a:ext uri="{FF2B5EF4-FFF2-40B4-BE49-F238E27FC236}">
                <a16:creationId xmlns:a16="http://schemas.microsoft.com/office/drawing/2014/main" id="{6AAB9C5D-7A98-4D0F-BB68-13A68C73C425}"/>
              </a:ext>
            </a:extLst>
          </p:cNvPr>
          <p:cNvSpPr>
            <a:spLocks xmlns:a="http://schemas.openxmlformats.org/drawingml/2006/main" noGrp="1"/>
          </p:cNvSpPr>
          <p:nvPr/>
        </p:nvSpPr>
        <p:spPr>
          <a:xfrm xmlns:a="http://schemas.openxmlformats.org/drawingml/2006/main">
            <a:off x="819150" y="4876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pitch_rate_Ki</a:t>
            </a:r>
          </a:p>
        </p:txBody>
      </p:sp>
      <p:sp>
        <p:nvSpPr>
          <p:cNvPr id="42" name="s35-param-value-5">
            <a:extLst xmlns:a="http://schemas.openxmlformats.org/drawingml/2006/main">
              <a:ext uri="{FF2B5EF4-FFF2-40B4-BE49-F238E27FC236}">
                <a16:creationId xmlns:a16="http://schemas.microsoft.com/office/drawing/2014/main" id="{9DBEC7B7-BFA9-44D4-B1E4-C5D2648E6499}"/>
              </a:ext>
            </a:extLst>
          </p:cNvPr>
          <p:cNvSpPr>
            <a:spLocks xmlns:a="http://schemas.openxmlformats.org/drawingml/2006/main" noGrp="1"/>
          </p:cNvSpPr>
          <p:nvPr/>
        </p:nvSpPr>
        <p:spPr>
          <a:xfrm xmlns:a="http://schemas.openxmlformats.org/drawingml/2006/main">
            <a:off x="3048000" y="48768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0.20</a:t>
            </a:r>
          </a:p>
        </p:txBody>
      </p:sp>
      <p:sp>
        <p:nvSpPr>
          <p:cNvPr id="43" name="s35-param-type-5">
            <a:extLst xmlns:a="http://schemas.openxmlformats.org/drawingml/2006/main">
              <a:ext uri="{FF2B5EF4-FFF2-40B4-BE49-F238E27FC236}">
                <a16:creationId xmlns:a16="http://schemas.microsoft.com/office/drawing/2014/main" id="{D3105C8E-BC08-44EB-89A5-E43A987C8473}"/>
              </a:ext>
            </a:extLst>
          </p:cNvPr>
          <p:cNvSpPr>
            <a:spLocks xmlns:a="http://schemas.openxmlformats.org/drawingml/2006/main" noGrp="1"/>
          </p:cNvSpPr>
          <p:nvPr/>
        </p:nvSpPr>
        <p:spPr>
          <a:xfrm xmlns:a="http://schemas.openxmlformats.org/drawingml/2006/main">
            <a:off x="4762500" y="48768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4" name="s35-bus-0">
            <a:extLst xmlns:a="http://schemas.openxmlformats.org/drawingml/2006/main">
              <a:ext uri="{FF2B5EF4-FFF2-40B4-BE49-F238E27FC236}">
                <a16:creationId xmlns:a16="http://schemas.microsoft.com/office/drawing/2014/main" id="{18290F3F-A78F-4C39-AB10-F9E58EF4400B}"/>
              </a:ext>
            </a:extLst>
          </p:cNvPr>
          <p:cNvSpPr>
            <a:spLocks xmlns:a="http://schemas.openxmlformats.org/drawingml/2006/main" noGrp="1"/>
          </p:cNvSpPr>
          <p:nvPr/>
        </p:nvSpPr>
        <p:spPr>
          <a:xfrm xmlns:a="http://schemas.openxmlformats.org/drawingml/2006/main">
            <a:off x="6248400" y="22669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45" name="s35-bus-name-0">
            <a:extLst xmlns:a="http://schemas.openxmlformats.org/drawingml/2006/main">
              <a:ext uri="{FF2B5EF4-FFF2-40B4-BE49-F238E27FC236}">
                <a16:creationId xmlns:a16="http://schemas.microsoft.com/office/drawing/2014/main" id="{EEBA10EA-7EE9-4F3B-B57F-E17D1744863A}"/>
              </a:ext>
            </a:extLst>
          </p:cNvPr>
          <p:cNvSpPr>
            <a:spLocks xmlns:a="http://schemas.openxmlformats.org/drawingml/2006/main" noGrp="1"/>
          </p:cNvSpPr>
          <p:nvPr/>
        </p:nvSpPr>
        <p:spPr>
          <a:xfrm xmlns:a="http://schemas.openxmlformats.org/drawingml/2006/main">
            <a:off x="6381750" y="23050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q_rate</a:t>
            </a:r>
          </a:p>
        </p:txBody>
      </p:sp>
      <p:sp>
        <p:nvSpPr>
          <p:cNvPr id="46" name="s35-bus-meta-0">
            <a:extLst xmlns:a="http://schemas.openxmlformats.org/drawingml/2006/main">
              <a:ext uri="{FF2B5EF4-FFF2-40B4-BE49-F238E27FC236}">
                <a16:creationId xmlns:a16="http://schemas.microsoft.com/office/drawing/2014/main" id="{9BCD1BD0-BABF-4B67-A8F9-4BF2AC324A06}"/>
              </a:ext>
            </a:extLst>
          </p:cNvPr>
          <p:cNvSpPr>
            <a:spLocks xmlns:a="http://schemas.openxmlformats.org/drawingml/2006/main" noGrp="1"/>
          </p:cNvSpPr>
          <p:nvPr/>
        </p:nvSpPr>
        <p:spPr>
          <a:xfrm xmlns:a="http://schemas.openxmlformats.org/drawingml/2006/main">
            <a:off x="7896225" y="23050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deg/s</a:t>
            </a:r>
          </a:p>
        </p:txBody>
      </p:sp>
      <p:sp>
        <p:nvSpPr>
          <p:cNvPr id="47" name="s35-bus-desc-0">
            <a:extLst xmlns:a="http://schemas.openxmlformats.org/drawingml/2006/main">
              <a:ext uri="{FF2B5EF4-FFF2-40B4-BE49-F238E27FC236}">
                <a16:creationId xmlns:a16="http://schemas.microsoft.com/office/drawing/2014/main" id="{E9C9EC00-EF2E-482B-AA5A-A3C6AF2DB7C2}"/>
              </a:ext>
            </a:extLst>
          </p:cNvPr>
          <p:cNvSpPr>
            <a:spLocks xmlns:a="http://schemas.openxmlformats.org/drawingml/2006/main" noGrp="1"/>
          </p:cNvSpPr>
          <p:nvPr/>
        </p:nvSpPr>
        <p:spPr>
          <a:xfrm xmlns:a="http://schemas.openxmlformats.org/drawingml/2006/main">
            <a:off x="6381750" y="2533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rate</a:t>
            </a:r>
          </a:p>
        </p:txBody>
      </p:sp>
      <p:sp>
        <p:nvSpPr>
          <p:cNvPr id="48" name="s35-bus-1">
            <a:extLst xmlns:a="http://schemas.openxmlformats.org/drawingml/2006/main">
              <a:ext uri="{FF2B5EF4-FFF2-40B4-BE49-F238E27FC236}">
                <a16:creationId xmlns:a16="http://schemas.microsoft.com/office/drawing/2014/main" id="{68342C14-3A88-42B6-901D-4ED12B4663D5}"/>
              </a:ext>
            </a:extLst>
          </p:cNvPr>
          <p:cNvSpPr>
            <a:spLocks xmlns:a="http://schemas.openxmlformats.org/drawingml/2006/main" noGrp="1"/>
          </p:cNvSpPr>
          <p:nvPr/>
        </p:nvSpPr>
        <p:spPr>
          <a:xfrm xmlns:a="http://schemas.openxmlformats.org/drawingml/2006/main">
            <a:off x="6248400" y="288607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49" name="s35-bus-name-1">
            <a:extLst xmlns:a="http://schemas.openxmlformats.org/drawingml/2006/main">
              <a:ext uri="{FF2B5EF4-FFF2-40B4-BE49-F238E27FC236}">
                <a16:creationId xmlns:a16="http://schemas.microsoft.com/office/drawing/2014/main" id="{AA4FECE6-1284-41DF-AD57-AEFC311FFEFC}"/>
              </a:ext>
            </a:extLst>
          </p:cNvPr>
          <p:cNvSpPr>
            <a:spLocks xmlns:a="http://schemas.openxmlformats.org/drawingml/2006/main" noGrp="1"/>
          </p:cNvSpPr>
          <p:nvPr/>
        </p:nvSpPr>
        <p:spPr>
          <a:xfrm xmlns:a="http://schemas.openxmlformats.org/drawingml/2006/main">
            <a:off x="6381750" y="29241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pitch_angle</a:t>
            </a:r>
          </a:p>
        </p:txBody>
      </p:sp>
      <p:sp>
        <p:nvSpPr>
          <p:cNvPr id="50" name="s35-bus-meta-1">
            <a:extLst xmlns:a="http://schemas.openxmlformats.org/drawingml/2006/main">
              <a:ext uri="{FF2B5EF4-FFF2-40B4-BE49-F238E27FC236}">
                <a16:creationId xmlns:a16="http://schemas.microsoft.com/office/drawing/2014/main" id="{5C0F6D64-F17D-4ABD-AA7C-806D8BD82386}"/>
              </a:ext>
            </a:extLst>
          </p:cNvPr>
          <p:cNvSpPr>
            <a:spLocks xmlns:a="http://schemas.openxmlformats.org/drawingml/2006/main" noGrp="1"/>
          </p:cNvSpPr>
          <p:nvPr/>
        </p:nvSpPr>
        <p:spPr>
          <a:xfrm xmlns:a="http://schemas.openxmlformats.org/drawingml/2006/main">
            <a:off x="7896225" y="2924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a:t>
            </a:r>
          </a:p>
        </p:txBody>
      </p:sp>
      <p:sp>
        <p:nvSpPr>
          <p:cNvPr id="51" name="s35-bus-desc-1">
            <a:extLst xmlns:a="http://schemas.openxmlformats.org/drawingml/2006/main">
              <a:ext uri="{FF2B5EF4-FFF2-40B4-BE49-F238E27FC236}">
                <a16:creationId xmlns:a16="http://schemas.microsoft.com/office/drawing/2014/main" id="{C9B9DFF4-AF25-4D45-AEF4-A5077E97486B}"/>
              </a:ext>
            </a:extLst>
          </p:cNvPr>
          <p:cNvSpPr>
            <a:spLocks xmlns:a="http://schemas.openxmlformats.org/drawingml/2006/main" noGrp="1"/>
          </p:cNvSpPr>
          <p:nvPr/>
        </p:nvSpPr>
        <p:spPr>
          <a:xfrm xmlns:a="http://schemas.openxmlformats.org/drawingml/2006/main">
            <a:off x="6381750" y="31527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attitude</a:t>
            </a:r>
          </a:p>
        </p:txBody>
      </p:sp>
      <p:sp>
        <p:nvSpPr>
          <p:cNvPr id="52" name="s35-bus-2">
            <a:extLst xmlns:a="http://schemas.openxmlformats.org/drawingml/2006/main">
              <a:ext uri="{FF2B5EF4-FFF2-40B4-BE49-F238E27FC236}">
                <a16:creationId xmlns:a16="http://schemas.microsoft.com/office/drawing/2014/main" id="{B7CC50DB-4AD9-447F-B6F4-F6701014552D}"/>
              </a:ext>
            </a:extLst>
          </p:cNvPr>
          <p:cNvSpPr>
            <a:spLocks xmlns:a="http://schemas.openxmlformats.org/drawingml/2006/main" noGrp="1"/>
          </p:cNvSpPr>
          <p:nvPr/>
        </p:nvSpPr>
        <p:spPr>
          <a:xfrm xmlns:a="http://schemas.openxmlformats.org/drawingml/2006/main">
            <a:off x="6248400" y="350520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53" name="s35-bus-name-2">
            <a:extLst xmlns:a="http://schemas.openxmlformats.org/drawingml/2006/main">
              <a:ext uri="{FF2B5EF4-FFF2-40B4-BE49-F238E27FC236}">
                <a16:creationId xmlns:a16="http://schemas.microsoft.com/office/drawing/2014/main" id="{751EC5E8-E082-4C6D-9C00-C1CA94CFB1BF}"/>
              </a:ext>
            </a:extLst>
          </p:cNvPr>
          <p:cNvSpPr>
            <a:spLocks xmlns:a="http://schemas.openxmlformats.org/drawingml/2006/main" noGrp="1"/>
          </p:cNvSpPr>
          <p:nvPr/>
        </p:nvSpPr>
        <p:spPr>
          <a:xfrm xmlns:a="http://schemas.openxmlformats.org/drawingml/2006/main">
            <a:off x="6381750" y="3543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mach</a:t>
            </a:r>
          </a:p>
        </p:txBody>
      </p:sp>
      <p:sp>
        <p:nvSpPr>
          <p:cNvPr id="54" name="s35-bus-meta-2">
            <a:extLst xmlns:a="http://schemas.openxmlformats.org/drawingml/2006/main">
              <a:ext uri="{FF2B5EF4-FFF2-40B4-BE49-F238E27FC236}">
                <a16:creationId xmlns:a16="http://schemas.microsoft.com/office/drawing/2014/main" id="{68B8D947-0325-4ECA-9355-C5E2D2AE05E3}"/>
              </a:ext>
            </a:extLst>
          </p:cNvPr>
          <p:cNvSpPr>
            <a:spLocks xmlns:a="http://schemas.openxmlformats.org/drawingml/2006/main" noGrp="1"/>
          </p:cNvSpPr>
          <p:nvPr/>
        </p:nvSpPr>
        <p:spPr>
          <a:xfrm xmlns:a="http://schemas.openxmlformats.org/drawingml/2006/main">
            <a:off x="7896225" y="3543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1</a:t>
            </a:r>
          </a:p>
        </p:txBody>
      </p:sp>
      <p:sp>
        <p:nvSpPr>
          <p:cNvPr id="55" name="s35-bus-desc-2">
            <a:extLst xmlns:a="http://schemas.openxmlformats.org/drawingml/2006/main">
              <a:ext uri="{FF2B5EF4-FFF2-40B4-BE49-F238E27FC236}">
                <a16:creationId xmlns:a16="http://schemas.microsoft.com/office/drawing/2014/main" id="{AA8DF03E-B13B-49CB-85A3-17D65D4E62AE}"/>
              </a:ext>
            </a:extLst>
          </p:cNvPr>
          <p:cNvSpPr>
            <a:spLocks xmlns:a="http://schemas.openxmlformats.org/drawingml/2006/main" noGrp="1"/>
          </p:cNvSpPr>
          <p:nvPr/>
        </p:nvSpPr>
        <p:spPr>
          <a:xfrm xmlns:a="http://schemas.openxmlformats.org/drawingml/2006/main">
            <a:off x="6381750" y="3771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Illustrative Mach number</a:t>
            </a:r>
          </a:p>
        </p:txBody>
      </p:sp>
      <p:sp>
        <p:nvSpPr>
          <p:cNvPr id="56" name="s35-bus-3">
            <a:extLst xmlns:a="http://schemas.openxmlformats.org/drawingml/2006/main">
              <a:ext uri="{FF2B5EF4-FFF2-40B4-BE49-F238E27FC236}">
                <a16:creationId xmlns:a16="http://schemas.microsoft.com/office/drawing/2014/main" id="{520D100B-C964-4FA4-AB3D-4C829301A28A}"/>
              </a:ext>
            </a:extLst>
          </p:cNvPr>
          <p:cNvSpPr>
            <a:spLocks xmlns:a="http://schemas.openxmlformats.org/drawingml/2006/main" noGrp="1"/>
          </p:cNvSpPr>
          <p:nvPr/>
        </p:nvSpPr>
        <p:spPr>
          <a:xfrm xmlns:a="http://schemas.openxmlformats.org/drawingml/2006/main">
            <a:off x="6248400" y="412432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57" name="s35-bus-name-3">
            <a:extLst xmlns:a="http://schemas.openxmlformats.org/drawingml/2006/main">
              <a:ext uri="{FF2B5EF4-FFF2-40B4-BE49-F238E27FC236}">
                <a16:creationId xmlns:a16="http://schemas.microsoft.com/office/drawing/2014/main" id="{99FC99E8-A288-436B-BD16-B3CC9371AC5F}"/>
              </a:ext>
            </a:extLst>
          </p:cNvPr>
          <p:cNvSpPr>
            <a:spLocks xmlns:a="http://schemas.openxmlformats.org/drawingml/2006/main" noGrp="1"/>
          </p:cNvSpPr>
          <p:nvPr/>
        </p:nvSpPr>
        <p:spPr>
          <a:xfrm xmlns:a="http://schemas.openxmlformats.org/drawingml/2006/main">
            <a:off x="6381750" y="41624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air_data_valid</a:t>
            </a:r>
          </a:p>
        </p:txBody>
      </p:sp>
      <p:sp>
        <p:nvSpPr>
          <p:cNvPr id="58" name="s35-bus-meta-3">
            <a:extLst xmlns:a="http://schemas.openxmlformats.org/drawingml/2006/main">
              <a:ext uri="{FF2B5EF4-FFF2-40B4-BE49-F238E27FC236}">
                <a16:creationId xmlns:a16="http://schemas.microsoft.com/office/drawing/2014/main" id="{3489597D-FE42-4CB3-8D73-42FEBAC42E67}"/>
              </a:ext>
            </a:extLst>
          </p:cNvPr>
          <p:cNvSpPr>
            <a:spLocks xmlns:a="http://schemas.openxmlformats.org/drawingml/2006/main" noGrp="1"/>
          </p:cNvSpPr>
          <p:nvPr/>
        </p:nvSpPr>
        <p:spPr>
          <a:xfrm xmlns:a="http://schemas.openxmlformats.org/drawingml/2006/main">
            <a:off x="7896225" y="41624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boolean • 1</a:t>
            </a:r>
          </a:p>
        </p:txBody>
      </p:sp>
      <p:sp>
        <p:nvSpPr>
          <p:cNvPr id="59" name="s35-bus-desc-3">
            <a:extLst xmlns:a="http://schemas.openxmlformats.org/drawingml/2006/main">
              <a:ext uri="{FF2B5EF4-FFF2-40B4-BE49-F238E27FC236}">
                <a16:creationId xmlns:a16="http://schemas.microsoft.com/office/drawing/2014/main" id="{6E1C1701-4D80-499D-BA52-26BD95F29C34}"/>
              </a:ext>
            </a:extLst>
          </p:cNvPr>
          <p:cNvSpPr>
            <a:spLocks xmlns:a="http://schemas.openxmlformats.org/drawingml/2006/main" noGrp="1"/>
          </p:cNvSpPr>
          <p:nvPr/>
        </p:nvSpPr>
        <p:spPr>
          <a:xfrm xmlns:a="http://schemas.openxmlformats.org/drawingml/2006/main">
            <a:off x="6381750" y="43910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Validity flag</a:t>
            </a:r>
          </a:p>
        </p:txBody>
      </p:sp>
      <p:sp>
        <p:nvSpPr>
          <p:cNvPr id="60" name="s35-bus-4">
            <a:extLst xmlns:a="http://schemas.openxmlformats.org/drawingml/2006/main">
              <a:ext uri="{FF2B5EF4-FFF2-40B4-BE49-F238E27FC236}">
                <a16:creationId xmlns:a16="http://schemas.microsoft.com/office/drawing/2014/main" id="{4FA529C5-888B-4540-A725-70B516BA6C34}"/>
              </a:ext>
            </a:extLst>
          </p:cNvPr>
          <p:cNvSpPr>
            <a:spLocks xmlns:a="http://schemas.openxmlformats.org/drawingml/2006/main" noGrp="1"/>
          </p:cNvSpPr>
          <p:nvPr/>
        </p:nvSpPr>
        <p:spPr>
          <a:xfrm xmlns:a="http://schemas.openxmlformats.org/drawingml/2006/main">
            <a:off x="6248400" y="47434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61" name="s35-bus-name-4">
            <a:extLst xmlns:a="http://schemas.openxmlformats.org/drawingml/2006/main">
              <a:ext uri="{FF2B5EF4-FFF2-40B4-BE49-F238E27FC236}">
                <a16:creationId xmlns:a16="http://schemas.microsoft.com/office/drawing/2014/main" id="{7611D67E-E6D7-435D-BAF0-25CB872A8854}"/>
              </a:ext>
            </a:extLst>
          </p:cNvPr>
          <p:cNvSpPr>
            <a:spLocks xmlns:a="http://schemas.openxmlformats.org/drawingml/2006/main" noGrp="1"/>
          </p:cNvSpPr>
          <p:nvPr/>
        </p:nvSpPr>
        <p:spPr>
          <a:xfrm xmlns:a="http://schemas.openxmlformats.org/drawingml/2006/main">
            <a:off x="6381750" y="47815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mode</a:t>
            </a:r>
          </a:p>
        </p:txBody>
      </p:sp>
      <p:sp>
        <p:nvSpPr>
          <p:cNvPr id="62" name="s35-bus-meta-4">
            <a:extLst xmlns:a="http://schemas.openxmlformats.org/drawingml/2006/main">
              <a:ext uri="{FF2B5EF4-FFF2-40B4-BE49-F238E27FC236}">
                <a16:creationId xmlns:a16="http://schemas.microsoft.com/office/drawing/2014/main" id="{3B366A71-08CE-4B3F-BAE7-4C84147BD8A1}"/>
              </a:ext>
            </a:extLst>
          </p:cNvPr>
          <p:cNvSpPr>
            <a:spLocks xmlns:a="http://schemas.openxmlformats.org/drawingml/2006/main" noGrp="1"/>
          </p:cNvSpPr>
          <p:nvPr/>
        </p:nvSpPr>
        <p:spPr>
          <a:xfrm xmlns:a="http://schemas.openxmlformats.org/drawingml/2006/main">
            <a:off x="7896225" y="4781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uint8 • 1</a:t>
            </a:r>
          </a:p>
        </p:txBody>
      </p:sp>
      <p:sp>
        <p:nvSpPr>
          <p:cNvPr id="63" name="s35-bus-desc-4">
            <a:extLst xmlns:a="http://schemas.openxmlformats.org/drawingml/2006/main">
              <a:ext uri="{FF2B5EF4-FFF2-40B4-BE49-F238E27FC236}">
                <a16:creationId xmlns:a16="http://schemas.microsoft.com/office/drawing/2014/main" id="{C1802BCA-7075-46CF-AB6C-2179A6E41560}"/>
              </a:ext>
            </a:extLst>
          </p:cNvPr>
          <p:cNvSpPr>
            <a:spLocks xmlns:a="http://schemas.openxmlformats.org/drawingml/2006/main" noGrp="1"/>
          </p:cNvSpPr>
          <p:nvPr/>
        </p:nvSpPr>
        <p:spPr>
          <a:xfrm xmlns:a="http://schemas.openxmlformats.org/drawingml/2006/main">
            <a:off x="6381750" y="5010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0 OFF • 1 ARMED • 2 ENGAGED • 3 DEGRADED</a:t>
            </a:r>
          </a:p>
        </p:txBody>
      </p:sp>
      <p:sp>
        <p:nvSpPr>
          <p:cNvPr id="64" name="s35-takeaway">
            <a:extLst xmlns:a="http://schemas.openxmlformats.org/drawingml/2006/main">
              <a:ext uri="{FF2B5EF4-FFF2-40B4-BE49-F238E27FC236}">
                <a16:creationId xmlns:a16="http://schemas.microsoft.com/office/drawing/2014/main" id="{26A3611A-5504-49CD-8B79-E0AEE17A951D}"/>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oundRect">
            <a:avLst>
              <a:gd name="adj" fmla="val 21429"/>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Explicit units, types, dimensions, ranges, validity, and ownership make integration predictable—and reviewable.</a:t>
            </a:r>
          </a:p>
        </p:txBody>
      </p:sp>
    </p:spTree>
    <p:extLst>
      <p:ext uri="{BB962C8B-B14F-4D97-AF65-F5344CB8AC3E}">
        <p14:creationId xmlns:p14="http://schemas.microsoft.com/office/powerpoint/2010/main" val="786167458"/>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bf5a2fbb6aa544a7"/>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42</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14"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15"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16"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17"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18"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43</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80"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81"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82"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83"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5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5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45</a:t>
            </a:r>
          </a:p>
        </p:txBody>
      </p:sp>
      <p:sp>
        <p:nvSpPr>
          <p:cNvPr id="24" name="s40-card-0">
            <a:extLst xmlns:a="http://schemas.openxmlformats.org/drawingml/2006/main">
              <a:ext uri="{FF2B5EF4-FFF2-40B4-BE49-F238E27FC236}">
                <a16:creationId xmlns:a16="http://schemas.microsoft.com/office/drawing/2014/main" id="{63609224-FF25-4A65-9757-158BA3E1AAC0}"/>
              </a:ext>
            </a:extLst>
          </p:cNvPr>
          <p:cNvSpPr>
            <a:spLocks xmlns:a="http://schemas.openxmlformats.org/drawingml/2006/main" noGrp="1"/>
          </p:cNvSpPr>
          <p:nvPr/>
        </p:nvSpPr>
        <p:spPr>
          <a:xfrm xmlns:a="http://schemas.openxmlformats.org/drawingml/2006/main">
            <a:off x="685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0B7C5"/>
            </a:solidFill>
            <a:prstDash val="solid"/>
          </a:ln>
        </p:spPr>
      </p:sp>
      <p:sp>
        <p:nvSpPr>
          <p:cNvPr id="25" name="s40-value-0">
            <a:extLst xmlns:a="http://schemas.openxmlformats.org/drawingml/2006/main">
              <a:ext uri="{FF2B5EF4-FFF2-40B4-BE49-F238E27FC236}">
                <a16:creationId xmlns:a16="http://schemas.microsoft.com/office/drawing/2014/main" id="{A07E76C4-5D03-49EA-8DC4-CCF13C36D386}"/>
              </a:ext>
            </a:extLst>
          </p:cNvPr>
          <p:cNvSpPr>
            <a:spLocks xmlns:a="http://schemas.openxmlformats.org/drawingml/2006/main" noGrp="1"/>
          </p:cNvSpPr>
          <p:nvPr/>
        </p:nvSpPr>
        <p:spPr>
          <a:xfrm xmlns:a="http://schemas.openxmlformats.org/drawingml/2006/main">
            <a:off x="876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0B7C5"/>
                </a:solidFill>
                <a:latin typeface="Aptos"/>
                <a:ea typeface="Aptos"/>
                <a:cs typeface="Aptos"/>
              </a:defRPr>
            </a:pPr>
            <a:r>
              <a:rPr sz="3600" b="1">
                <a:solidFill>
                  <a:srgbClr val="20B7C5"/>
                </a:solidFill>
                <a:latin typeface="Aptos"/>
                <a:ea typeface="Aptos"/>
                <a:cs typeface="Aptos"/>
              </a:rPr>
              <a:t>8 / 8</a:t>
            </a:r>
          </a:p>
        </p:txBody>
      </p:sp>
      <p:sp>
        <p:nvSpPr>
          <p:cNvPr id="26" name="s40-label-0">
            <a:extLst xmlns:a="http://schemas.openxmlformats.org/drawingml/2006/main">
              <a:ext uri="{FF2B5EF4-FFF2-40B4-BE49-F238E27FC236}">
                <a16:creationId xmlns:a16="http://schemas.microsoft.com/office/drawing/2014/main" id="{7DECE567-741B-42C3-B10D-52EB96B92820}"/>
              </a:ext>
            </a:extLst>
          </p:cNvPr>
          <p:cNvSpPr>
            <a:spLocks xmlns:a="http://schemas.openxmlformats.org/drawingml/2006/main" noGrp="1"/>
          </p:cNvSpPr>
          <p:nvPr/>
        </p:nvSpPr>
        <p:spPr>
          <a:xfrm xmlns:a="http://schemas.openxmlformats.org/drawingml/2006/main">
            <a:off x="876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DELIVERED MODELS</a:t>
            </a:r>
          </a:p>
        </p:txBody>
      </p:sp>
      <p:sp>
        <p:nvSpPr>
          <p:cNvPr id="27" name="s40-sub-0">
            <a:extLst xmlns:a="http://schemas.openxmlformats.org/drawingml/2006/main">
              <a:ext uri="{FF2B5EF4-FFF2-40B4-BE49-F238E27FC236}">
                <a16:creationId xmlns:a16="http://schemas.microsoft.com/office/drawing/2014/main" id="{01DB4ADC-2528-44E5-890C-203A59156E0A}"/>
              </a:ext>
            </a:extLst>
          </p:cNvPr>
          <p:cNvSpPr>
            <a:spLocks xmlns:a="http://schemas.openxmlformats.org/drawingml/2006/main" noGrp="1"/>
          </p:cNvSpPr>
          <p:nvPr/>
        </p:nvSpPr>
        <p:spPr>
          <a:xfrm xmlns:a="http://schemas.openxmlformats.org/drawingml/2006/main">
            <a:off x="876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updated / compiled</a:t>
            </a:r>
          </a:p>
        </p:txBody>
      </p:sp>
      <p:sp>
        <p:nvSpPr>
          <p:cNvPr id="28" name="s40-def-0">
            <a:extLst xmlns:a="http://schemas.openxmlformats.org/drawingml/2006/main">
              <a:ext uri="{FF2B5EF4-FFF2-40B4-BE49-F238E27FC236}">
                <a16:creationId xmlns:a16="http://schemas.microsoft.com/office/drawing/2014/main" id="{76809E68-C541-4EE3-8C31-8AE1D2DA9CCD}"/>
              </a:ext>
            </a:extLst>
          </p:cNvPr>
          <p:cNvSpPr>
            <a:spLocks xmlns:a="http://schemas.openxmlformats.org/drawingml/2006/main" noGrp="1"/>
          </p:cNvSpPr>
          <p:nvPr/>
        </p:nvSpPr>
        <p:spPr>
          <a:xfrm xmlns:a="http://schemas.openxmlformats.org/drawingml/2006/main">
            <a:off x="914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Simulink diagram update succeeded for all eight model files.</a:t>
            </a:r>
          </a:p>
        </p:txBody>
      </p:sp>
      <p:sp>
        <p:nvSpPr>
          <p:cNvPr id="29" name="s40-card-1">
            <a:extLst xmlns:a="http://schemas.openxmlformats.org/drawingml/2006/main">
              <a:ext uri="{FF2B5EF4-FFF2-40B4-BE49-F238E27FC236}">
                <a16:creationId xmlns:a16="http://schemas.microsoft.com/office/drawing/2014/main" id="{433FF65A-7669-45F8-AE2C-1523B224BB89}"/>
              </a:ext>
            </a:extLst>
          </p:cNvPr>
          <p:cNvSpPr>
            <a:spLocks xmlns:a="http://schemas.openxmlformats.org/drawingml/2006/main" noGrp="1"/>
          </p:cNvSpPr>
          <p:nvPr/>
        </p:nvSpPr>
        <p:spPr>
          <a:xfrm xmlns:a="http://schemas.openxmlformats.org/drawingml/2006/main">
            <a:off x="43053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CA56F"/>
            </a:solidFill>
            <a:prstDash val="solid"/>
          </a:ln>
        </p:spPr>
      </p:sp>
      <p:sp>
        <p:nvSpPr>
          <p:cNvPr id="30" name="s40-value-1">
            <a:extLst xmlns:a="http://schemas.openxmlformats.org/drawingml/2006/main">
              <a:ext uri="{FF2B5EF4-FFF2-40B4-BE49-F238E27FC236}">
                <a16:creationId xmlns:a16="http://schemas.microsoft.com/office/drawing/2014/main" id="{B9D6E2BF-93C9-4132-98FD-0728C43AA340}"/>
              </a:ext>
            </a:extLst>
          </p:cNvPr>
          <p:cNvSpPr>
            <a:spLocks xmlns:a="http://schemas.openxmlformats.org/drawingml/2006/main" noGrp="1"/>
          </p:cNvSpPr>
          <p:nvPr/>
        </p:nvSpPr>
        <p:spPr>
          <a:xfrm xmlns:a="http://schemas.openxmlformats.org/drawingml/2006/main">
            <a:off x="44958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CA56F"/>
                </a:solidFill>
                <a:latin typeface="Aptos"/>
                <a:ea typeface="Aptos"/>
                <a:cs typeface="Aptos"/>
              </a:defRPr>
            </a:pPr>
            <a:r>
              <a:rPr sz="3600" b="1">
                <a:solidFill>
                  <a:srgbClr val="2CA56F"/>
                </a:solidFill>
                <a:latin typeface="Aptos"/>
                <a:ea typeface="Aptos"/>
                <a:cs typeface="Aptos"/>
              </a:rPr>
              <a:t>19 / 19</a:t>
            </a:r>
          </a:p>
        </p:txBody>
      </p:sp>
      <p:sp>
        <p:nvSpPr>
          <p:cNvPr id="31" name="s40-label-1">
            <a:extLst xmlns:a="http://schemas.openxmlformats.org/drawingml/2006/main">
              <a:ext uri="{FF2B5EF4-FFF2-40B4-BE49-F238E27FC236}">
                <a16:creationId xmlns:a16="http://schemas.microsoft.com/office/drawing/2014/main" id="{10B2F861-5E0B-4361-8680-199C9F4D4C56}"/>
              </a:ext>
            </a:extLst>
          </p:cNvPr>
          <p:cNvSpPr>
            <a:spLocks xmlns:a="http://schemas.openxmlformats.org/drawingml/2006/main" noGrp="1"/>
          </p:cNvSpPr>
          <p:nvPr/>
        </p:nvSpPr>
        <p:spPr>
          <a:xfrm xmlns:a="http://schemas.openxmlformats.org/drawingml/2006/main">
            <a:off x="44958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LIMITER ASSESSMENTS</a:t>
            </a:r>
          </a:p>
        </p:txBody>
      </p:sp>
      <p:sp>
        <p:nvSpPr>
          <p:cNvPr id="32" name="s40-sub-1">
            <a:extLst xmlns:a="http://schemas.openxmlformats.org/drawingml/2006/main">
              <a:ext uri="{FF2B5EF4-FFF2-40B4-BE49-F238E27FC236}">
                <a16:creationId xmlns:a16="http://schemas.microsoft.com/office/drawing/2014/main" id="{CAAA7CBD-31F8-44A3-A458-49F6007717C6}"/>
              </a:ext>
            </a:extLst>
          </p:cNvPr>
          <p:cNvSpPr>
            <a:spLocks xmlns:a="http://schemas.openxmlformats.org/drawingml/2006/main" noGrp="1"/>
          </p:cNvSpPr>
          <p:nvPr/>
        </p:nvSpPr>
        <p:spPr>
          <a:xfrm xmlns:a="http://schemas.openxmlformats.org/drawingml/2006/main">
            <a:off x="44958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passed • 0 failed</a:t>
            </a:r>
          </a:p>
        </p:txBody>
      </p:sp>
      <p:sp>
        <p:nvSpPr>
          <p:cNvPr id="33" name="s40-def-1">
            <a:extLst xmlns:a="http://schemas.openxmlformats.org/drawingml/2006/main">
              <a:ext uri="{FF2B5EF4-FFF2-40B4-BE49-F238E27FC236}">
                <a16:creationId xmlns:a16="http://schemas.microsoft.com/office/drawing/2014/main" id="{A94DF4CA-72F1-4868-B7BC-E32946C952D3}"/>
              </a:ext>
            </a:extLst>
          </p:cNvPr>
          <p:cNvSpPr>
            <a:spLocks xmlns:a="http://schemas.openxmlformats.org/drawingml/2006/main" noGrp="1"/>
          </p:cNvSpPr>
          <p:nvPr/>
        </p:nvSpPr>
        <p:spPr>
          <a:xfrm xmlns:a="http://schemas.openxmlformats.org/drawingml/2006/main">
            <a:off x="45339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Executable MATLAB assessments using the standalone Simulink harness.</a:t>
            </a:r>
          </a:p>
        </p:txBody>
      </p:sp>
      <p:sp>
        <p:nvSpPr>
          <p:cNvPr id="34" name="s40-card-2">
            <a:extLst xmlns:a="http://schemas.openxmlformats.org/drawingml/2006/main">
              <a:ext uri="{FF2B5EF4-FFF2-40B4-BE49-F238E27FC236}">
                <a16:creationId xmlns:a16="http://schemas.microsoft.com/office/drawing/2014/main" id="{44CC8DD0-D466-4424-BBA8-57405233B6C2}"/>
              </a:ext>
            </a:extLst>
          </p:cNvPr>
          <p:cNvSpPr>
            <a:spLocks xmlns:a="http://schemas.openxmlformats.org/drawingml/2006/main" noGrp="1"/>
          </p:cNvSpPr>
          <p:nvPr/>
        </p:nvSpPr>
        <p:spPr>
          <a:xfrm xmlns:a="http://schemas.openxmlformats.org/drawingml/2006/main">
            <a:off x="7924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D6CDF"/>
            </a:solidFill>
            <a:prstDash val="solid"/>
          </a:ln>
        </p:spPr>
      </p:sp>
      <p:sp>
        <p:nvSpPr>
          <p:cNvPr id="35" name="s40-value-2">
            <a:extLst xmlns:a="http://schemas.openxmlformats.org/drawingml/2006/main">
              <a:ext uri="{FF2B5EF4-FFF2-40B4-BE49-F238E27FC236}">
                <a16:creationId xmlns:a16="http://schemas.microsoft.com/office/drawing/2014/main" id="{7EF28DDF-B039-4E49-A385-B39E58211AC5}"/>
              </a:ext>
            </a:extLst>
          </p:cNvPr>
          <p:cNvSpPr>
            <a:spLocks xmlns:a="http://schemas.openxmlformats.org/drawingml/2006/main" noGrp="1"/>
          </p:cNvSpPr>
          <p:nvPr/>
        </p:nvSpPr>
        <p:spPr>
          <a:xfrm xmlns:a="http://schemas.openxmlformats.org/drawingml/2006/main">
            <a:off x="8115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D6CDF"/>
                </a:solidFill>
                <a:latin typeface="Aptos"/>
                <a:ea typeface="Aptos"/>
                <a:cs typeface="Aptos"/>
              </a:defRPr>
            </a:pPr>
            <a:r>
              <a:rPr sz="3600" b="1">
                <a:solidFill>
                  <a:srgbClr val="2D6CDF"/>
                </a:solidFill>
                <a:latin typeface="Aptos"/>
                <a:ea typeface="Aptos"/>
                <a:cs typeface="Aptos"/>
              </a:rPr>
              <a:t>24 / 24</a:t>
            </a:r>
          </a:p>
        </p:txBody>
      </p:sp>
      <p:sp>
        <p:nvSpPr>
          <p:cNvPr id="36" name="s40-label-2">
            <a:extLst xmlns:a="http://schemas.openxmlformats.org/drawingml/2006/main">
              <a:ext uri="{FF2B5EF4-FFF2-40B4-BE49-F238E27FC236}">
                <a16:creationId xmlns:a16="http://schemas.microsoft.com/office/drawing/2014/main" id="{340AC186-3410-4588-9E30-96A4B46E5EED}"/>
              </a:ext>
            </a:extLst>
          </p:cNvPr>
          <p:cNvSpPr>
            <a:spLocks xmlns:a="http://schemas.openxmlformats.org/drawingml/2006/main" noGrp="1"/>
          </p:cNvSpPr>
          <p:nvPr/>
        </p:nvSpPr>
        <p:spPr>
          <a:xfrm xmlns:a="http://schemas.openxmlformats.org/drawingml/2006/main">
            <a:off x="8115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REQUIRED EXPORTS</a:t>
            </a:r>
          </a:p>
        </p:txBody>
      </p:sp>
      <p:sp>
        <p:nvSpPr>
          <p:cNvPr id="37" name="s40-sub-2">
            <a:extLst xmlns:a="http://schemas.openxmlformats.org/drawingml/2006/main">
              <a:ext uri="{FF2B5EF4-FFF2-40B4-BE49-F238E27FC236}">
                <a16:creationId xmlns:a16="http://schemas.microsoft.com/office/drawing/2014/main" id="{A32C6442-B730-4B22-A769-51181A981F8B}"/>
              </a:ext>
            </a:extLst>
          </p:cNvPr>
          <p:cNvSpPr>
            <a:spLocks xmlns:a="http://schemas.openxmlformats.org/drawingml/2006/main" noGrp="1"/>
          </p:cNvSpPr>
          <p:nvPr/>
        </p:nvSpPr>
        <p:spPr>
          <a:xfrm xmlns:a="http://schemas.openxmlformats.org/drawingml/2006/main">
            <a:off x="8115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present</a:t>
            </a:r>
          </a:p>
        </p:txBody>
      </p:sp>
      <p:sp>
        <p:nvSpPr>
          <p:cNvPr id="38" name="s40-def-2">
            <a:extLst xmlns:a="http://schemas.openxmlformats.org/drawingml/2006/main">
              <a:ext uri="{FF2B5EF4-FFF2-40B4-BE49-F238E27FC236}">
                <a16:creationId xmlns:a16="http://schemas.microsoft.com/office/drawing/2014/main" id="{6C59E417-5366-4CA6-AEC6-0FCF68F1A03E}"/>
              </a:ext>
            </a:extLst>
          </p:cNvPr>
          <p:cNvSpPr>
            <a:spLocks xmlns:a="http://schemas.openxmlformats.org/drawingml/2006/main" noGrp="1"/>
          </p:cNvSpPr>
          <p:nvPr/>
        </p:nvSpPr>
        <p:spPr>
          <a:xfrm xmlns:a="http://schemas.openxmlformats.org/drawingml/2006/main">
            <a:off x="8153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1 HTML report • 21 visual exports • 2 SDI .mldatx artifacts.</a:t>
            </a:r>
          </a:p>
        </p:txBody>
      </p:sp>
      <p:sp>
        <p:nvSpPr>
          <p:cNvPr id="39" name="s40-models">
            <a:extLst xmlns:a="http://schemas.openxmlformats.org/drawingml/2006/main">
              <a:ext uri="{FF2B5EF4-FFF2-40B4-BE49-F238E27FC236}">
                <a16:creationId xmlns:a16="http://schemas.microsoft.com/office/drawing/2014/main" id="{3C153B29-AED7-46D2-8067-04CBB1F6F9EF}"/>
              </a:ext>
            </a:extLst>
          </p:cNvPr>
          <p:cNvSpPr>
            <a:spLocks xmlns:a="http://schemas.openxmlformats.org/drawingml/2006/main" noGrp="1"/>
          </p:cNvSpPr>
          <p:nvPr/>
        </p:nvSpPr>
        <p:spPr>
          <a:xfrm xmlns:a="http://schemas.openxmlformats.org/drawingml/2006/main">
            <a:off x="685800" y="4533900"/>
            <a:ext cx="10820400" cy="990600"/>
          </a:xfrm>
          <a:prstGeom xmlns:a="http://schemas.openxmlformats.org/drawingml/2006/main" prst="roundRect">
            <a:avLst>
              <a:gd name="adj" fmla="val 11538"/>
            </a:avLst>
          </a:prstGeom>
          <a:solidFill xmlns:a="http://schemas.openxmlformats.org/drawingml/2006/main">
            <a:srgbClr val="0C2133"/>
          </a:solidFill>
          <a:ln xmlns:a="http://schemas.openxmlformats.org/drawingml/2006/main" w="12383">
            <a:solidFill>
              <a:srgbClr val="21465E"/>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MODEL SET</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AircraftFeedbackControlLoop • AutopilotModeLogic • ReferencedFlightControlArchitecture • SensorProcessingRef</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PitchRateLimiter • PitchControllerRef • ActuatorCommandRef • PitchRateLimiter_Harness</a:t>
            </a:r>
          </a:p>
        </p:txBody>
      </p:sp>
      <p:sp>
        <p:nvSpPr>
          <p:cNvPr id="40" name="s40-warning">
            <a:extLst xmlns:a="http://schemas.openxmlformats.org/drawingml/2006/main">
              <a:ext uri="{FF2B5EF4-FFF2-40B4-BE49-F238E27FC236}">
                <a16:creationId xmlns:a16="http://schemas.microsoft.com/office/drawing/2014/main" id="{D11B5ADA-2133-4525-9653-E5650079D38D}"/>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70DCE5"/>
                </a:solidFill>
                <a:latin typeface="Aptos"/>
                <a:ea typeface="Aptos"/>
                <a:cs typeface="Aptos"/>
              </a:defRPr>
            </a:pPr>
            <a:r>
              <a:rPr sz="1200" b="1">
                <a:solidFill>
                  <a:srgbClr val="70DCE5"/>
                </a:solidFill>
                <a:latin typeface="Aptos"/>
                <a:ea typeface="Aptos"/>
                <a:cs typeface="Aptos"/>
              </a:rPr>
              <a:t>“Updated” means validation compile/update succeeded; it does not mean eight files were edited.</a:t>
            </a:r>
          </a:p>
        </p:txBody>
      </p:sp>
    </p:spTree>
    <p:extLst>
      <p:ext uri="{BB962C8B-B14F-4D97-AF65-F5344CB8AC3E}">
        <p14:creationId xmlns:p14="http://schemas.microsoft.com/office/powerpoint/2010/main" val="80763658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RCF closes the model with independent verification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 component:  __________________________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Baseline / version / checksum:  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Allocated system requirement IDs:  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Verification method and acceptance criteria:  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Executed evidence IDs and results:  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settings / test / build configuration:  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Findings, anomalies, and dispositions:  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Independent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D6CDF"/>
                </a:solidFill>
                <a:latin typeface="Aptos"/>
                <a:ea typeface="Aptos"/>
                <a:cs typeface="Aptos"/>
              </a:defRPr>
            </a:pPr>
            <a:r>
              <a:rPr sz="1425" b="1">
                <a:solidFill>
                  <a:srgbClr val="2D6CDF"/>
                </a:solidFill>
                <a:latin typeface="Aptos"/>
                <a:ea typeface="Aptos"/>
                <a:cs typeface="Aptos"/>
              </a:rPr>
              <a:t>INDEPENDENT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owner / author:  ________________________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Independent verifier / organization:  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Approver / designated authority:  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Completion status:  ☐ Accepted  ☐ Conditional  ☐ Open</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EXIT CONDITION  •  controlled model baseline + traceability + executed evidence + resolved findings + required independent signature(s)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81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38" b="1">
                <a:solidFill>
                  <a:srgbClr val="5D7487"/>
                </a:solidFill>
                <a:latin typeface="Aptos"/>
                <a:ea typeface="Aptos"/>
                <a:cs typeface="Aptos"/>
              </a:defRPr>
            </a:pPr>
            <a:r>
              <a:rPr sz="938" b="1">
                <a:solidFill>
                  <a:srgbClr val="5D7487"/>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5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2026-08-27T14:17:47.3540000Z</dcterms:created>
  <dcterms:modified xsi:type="dcterms:W3CDTF">2026-08-27T14:17:47.3540000Z</dcterms:modified>
</coreProperties>
</file>