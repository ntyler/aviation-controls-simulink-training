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f26b272cd24b9b" /><Relationship Type="http://schemas.openxmlformats.org/officeDocument/2006/relationships/extended-properties" Target="/docProps/app.xml" Id="Rb6f15237ca1048f2" /><Relationship Type="http://schemas.openxmlformats.org/officeDocument/2006/relationships/officeDocument" Target="/ppt/presentation.xml" Id="R7b3a986dae404d53" /></Relationships>
</file>

<file path=ppt/presentation.xml><?xml version="1.0" encoding="utf-8"?>
<p:presentation xmlns:p="http://schemas.openxmlformats.org/presentationml/2006/main">
  <p:sldMasterIdLst>
    <p:sldMasterId xmlns:r="http://schemas.openxmlformats.org/officeDocument/2006/relationships" id="2147483648" r:id="Radfb2b7142f9417e"/>
  </p:sldMasterIdLst>
  <p:notesMasterIdLst>
    <p:notesMasterId xmlns:r="http://schemas.openxmlformats.org/officeDocument/2006/relationships" r:id="R19ac932dbb654860"/>
  </p:notesMasterIdLst>
  <p:sldIdLst>
    <p:sldId xmlns:r="http://schemas.openxmlformats.org/officeDocument/2006/relationships" id="256" r:id="R0911bea0c8a14d61"/>
    <p:sldId xmlns:r="http://schemas.openxmlformats.org/officeDocument/2006/relationships" id="257" r:id="Rb189a8a2ad094777"/>
    <p:sldId xmlns:r="http://schemas.openxmlformats.org/officeDocument/2006/relationships" id="258" r:id="R0e7e74f77bdf4696"/>
    <p:sldId xmlns:r="http://schemas.openxmlformats.org/officeDocument/2006/relationships" id="259" r:id="R5387248406c44f47"/>
    <p:sldId xmlns:r="http://schemas.openxmlformats.org/officeDocument/2006/relationships" id="260" r:id="Rd07fec0280d44db7"/>
    <p:sldId xmlns:r="http://schemas.openxmlformats.org/officeDocument/2006/relationships" id="261" r:id="R4ef86b34be024ae9"/>
    <p:sldId xmlns:r="http://schemas.openxmlformats.org/officeDocument/2006/relationships" id="262" r:id="Rc977f02049604531"/>
    <p:sldId xmlns:r="http://schemas.openxmlformats.org/officeDocument/2006/relationships" id="263" r:id="R37805c70fec843b7"/>
    <p:sldId xmlns:r="http://schemas.openxmlformats.org/officeDocument/2006/relationships" id="264" r:id="Reb8179bff1f645ed"/>
    <p:sldId xmlns:r="http://schemas.openxmlformats.org/officeDocument/2006/relationships" id="265" r:id="R39ddfb3738b740f1"/>
    <p:sldId xmlns:r="http://schemas.openxmlformats.org/officeDocument/2006/relationships" id="266" r:id="Rd40f8fd45fc04399"/>
    <p:sldId xmlns:r="http://schemas.openxmlformats.org/officeDocument/2006/relationships" id="267" r:id="Rdee87618501e4e92"/>
    <p:sldId xmlns:r="http://schemas.openxmlformats.org/officeDocument/2006/relationships" id="268" r:id="R33dc45c3c43d493b"/>
    <p:sldId xmlns:r="http://schemas.openxmlformats.org/officeDocument/2006/relationships" id="269" r:id="R555bcf7b04264081"/>
    <p:sldId xmlns:r="http://schemas.openxmlformats.org/officeDocument/2006/relationships" id="270" r:id="R503490a7fb764b79"/>
    <p:sldId xmlns:r="http://schemas.openxmlformats.org/officeDocument/2006/relationships" id="271" r:id="R68d60fa717ab40d5"/>
    <p:sldId xmlns:r="http://schemas.openxmlformats.org/officeDocument/2006/relationships" id="272" r:id="Ra32b410385044023"/>
    <p:sldId xmlns:r="http://schemas.openxmlformats.org/officeDocument/2006/relationships" id="273" r:id="R2870ed34f9d54ee0"/>
    <p:sldId xmlns:r="http://schemas.openxmlformats.org/officeDocument/2006/relationships" id="274" r:id="R3e93af26ccef461f"/>
    <p:sldId xmlns:r="http://schemas.openxmlformats.org/officeDocument/2006/relationships" id="275" r:id="Rf1d3ca033ced4cda"/>
    <p:sldId xmlns:r="http://schemas.openxmlformats.org/officeDocument/2006/relationships" id="276" r:id="R52d57a8572024c9b"/>
    <p:sldId xmlns:r="http://schemas.openxmlformats.org/officeDocument/2006/relationships" id="277" r:id="R951a87706c7743c3"/>
    <p:sldId xmlns:r="http://schemas.openxmlformats.org/officeDocument/2006/relationships" id="278" r:id="R00c7229dc7424d9e"/>
    <p:sldId xmlns:r="http://schemas.openxmlformats.org/officeDocument/2006/relationships" id="279" r:id="Rcd935e575f304401"/>
    <p:sldId xmlns:r="http://schemas.openxmlformats.org/officeDocument/2006/relationships" id="280" r:id="Rfdc533ba900947c5"/>
    <p:sldId xmlns:r="http://schemas.openxmlformats.org/officeDocument/2006/relationships" id="281" r:id="R120c6bee7def464d"/>
    <p:sldId xmlns:r="http://schemas.openxmlformats.org/officeDocument/2006/relationships" id="282" r:id="Rcc0cfd70064049d1"/>
    <p:sldId xmlns:r="http://schemas.openxmlformats.org/officeDocument/2006/relationships" id="283" r:id="Rb5708ed3804840ab"/>
    <p:sldId xmlns:r="http://schemas.openxmlformats.org/officeDocument/2006/relationships" id="284" r:id="R45baea47b21946ef"/>
    <p:sldId xmlns:r="http://schemas.openxmlformats.org/officeDocument/2006/relationships" id="285" r:id="Ra97ddd21042844fb"/>
    <p:sldId xmlns:r="http://schemas.openxmlformats.org/officeDocument/2006/relationships" id="286" r:id="Reddb319e3b234b8b"/>
    <p:sldId xmlns:r="http://schemas.openxmlformats.org/officeDocument/2006/relationships" id="287" r:id="R3212807bc7064591"/>
    <p:sldId xmlns:r="http://schemas.openxmlformats.org/officeDocument/2006/relationships" id="288" r:id="R9427773cb38c44cb"/>
    <p:sldId xmlns:r="http://schemas.openxmlformats.org/officeDocument/2006/relationships" id="289" r:id="R3ef75d79fb6148e4"/>
    <p:sldId xmlns:r="http://schemas.openxmlformats.org/officeDocument/2006/relationships" id="290" r:id="R9204f14552764a46"/>
    <p:sldId xmlns:r="http://schemas.openxmlformats.org/officeDocument/2006/relationships" id="291" r:id="R50d8b1c58ea44f52"/>
    <p:sldId xmlns:r="http://schemas.openxmlformats.org/officeDocument/2006/relationships" id="292" r:id="Rc358dbf8f4924d79"/>
    <p:sldId xmlns:r="http://schemas.openxmlformats.org/officeDocument/2006/relationships" id="293" r:id="R9f31568a210e401d"/>
    <p:sldId xmlns:r="http://schemas.openxmlformats.org/officeDocument/2006/relationships" id="294" r:id="R8fae6361ecb04a86"/>
    <p:sldId xmlns:r="http://schemas.openxmlformats.org/officeDocument/2006/relationships" id="295" r:id="Rbba30185c9a84bbf"/>
    <p:sldId xmlns:r="http://schemas.openxmlformats.org/officeDocument/2006/relationships" id="296" r:id="Ra000037c14774382"/>
    <p:sldId xmlns:r="http://schemas.openxmlformats.org/officeDocument/2006/relationships" id="297" r:id="R057ebf35ce96431e"/>
    <p:sldId xmlns:r="http://schemas.openxmlformats.org/officeDocument/2006/relationships" id="298" r:id="R2c810693a7244204"/>
    <p:sldId xmlns:r="http://schemas.openxmlformats.org/officeDocument/2006/relationships" id="299" r:id="R67b0129dcce9423d"/>
    <p:sldId xmlns:r="http://schemas.openxmlformats.org/officeDocument/2006/relationships" id="300" r:id="Rb957122908b749f5"/>
    <p:sldId xmlns:r="http://schemas.openxmlformats.org/officeDocument/2006/relationships" id="301" r:id="R73708e939afc4127"/>
    <p:sldId xmlns:r="http://schemas.openxmlformats.org/officeDocument/2006/relationships" id="302" r:id="R3a0ac9449240490e"/>
    <p:sldId xmlns:r="http://schemas.openxmlformats.org/officeDocument/2006/relationships" id="303" r:id="R8560723640ff45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a00d22719f24f83" /><Relationship Type="http://schemas.openxmlformats.org/officeDocument/2006/relationships/slideMaster" Target="/ppt/slideMasters/slideMaster1.xml" Id="Radfb2b7142f9417e" /><Relationship Type="http://schemas.openxmlformats.org/officeDocument/2006/relationships/notesMaster" Target="/ppt/notesMasters/notesMaster1.xml" Id="R19ac932dbb654860" /><Relationship Type="http://schemas.openxmlformats.org/officeDocument/2006/relationships/presProps" Target="/ppt/presProps.xml" Id="Re0df7f9de40b403d" /><Relationship Type="http://schemas.openxmlformats.org/officeDocument/2006/relationships/viewProps" Target="/ppt/viewProps.xml" Id="R329ec1a79f624a9a" /><Relationship Type="http://schemas.openxmlformats.org/officeDocument/2006/relationships/tableStyles" Target="/ppt/tableStyles.xml" Id="R7c6ee7acf7534756" /><Relationship Type="http://schemas.openxmlformats.org/officeDocument/2006/relationships/slide" Target="/ppt/slides/slide1.xml" Id="R0911bea0c8a14d61" /><Relationship Type="http://schemas.openxmlformats.org/officeDocument/2006/relationships/slide" Target="/ppt/slides/slide2.xml" Id="Rb189a8a2ad094777" /><Relationship Type="http://schemas.openxmlformats.org/officeDocument/2006/relationships/slide" Target="/ppt/slides/slide3.xml" Id="R0e7e74f77bdf4696" /><Relationship Type="http://schemas.openxmlformats.org/officeDocument/2006/relationships/slide" Target="/ppt/slides/slide4.xml" Id="R5387248406c44f47" /><Relationship Type="http://schemas.openxmlformats.org/officeDocument/2006/relationships/slide" Target="/ppt/slides/slide5.xml" Id="Rd07fec0280d44db7" /><Relationship Type="http://schemas.openxmlformats.org/officeDocument/2006/relationships/slide" Target="/ppt/slides/slide6.xml" Id="R4ef86b34be024ae9" /><Relationship Type="http://schemas.openxmlformats.org/officeDocument/2006/relationships/slide" Target="/ppt/slides/slide7.xml" Id="Rc977f02049604531" /><Relationship Type="http://schemas.openxmlformats.org/officeDocument/2006/relationships/slide" Target="/ppt/slides/slide8.xml" Id="R37805c70fec843b7" /><Relationship Type="http://schemas.openxmlformats.org/officeDocument/2006/relationships/slide" Target="/ppt/slides/slide9.xml" Id="Reb8179bff1f645ed" /><Relationship Type="http://schemas.openxmlformats.org/officeDocument/2006/relationships/slide" Target="/ppt/slides/slide10.xml" Id="R39ddfb3738b740f1" /><Relationship Type="http://schemas.openxmlformats.org/officeDocument/2006/relationships/slide" Target="/ppt/slides/slide11.xml" Id="Rd40f8fd45fc04399" /><Relationship Type="http://schemas.openxmlformats.org/officeDocument/2006/relationships/slide" Target="/ppt/slides/slide12.xml" Id="Rdee87618501e4e92" /><Relationship Type="http://schemas.openxmlformats.org/officeDocument/2006/relationships/slide" Target="/ppt/slides/slide13.xml" Id="R33dc45c3c43d493b" /><Relationship Type="http://schemas.openxmlformats.org/officeDocument/2006/relationships/slide" Target="/ppt/slides/slide14.xml" Id="R555bcf7b04264081" /><Relationship Type="http://schemas.openxmlformats.org/officeDocument/2006/relationships/slide" Target="/ppt/slides/slide15.xml" Id="R503490a7fb764b79" /><Relationship Type="http://schemas.openxmlformats.org/officeDocument/2006/relationships/slide" Target="/ppt/slides/slide16.xml" Id="R68d60fa717ab40d5" /><Relationship Type="http://schemas.openxmlformats.org/officeDocument/2006/relationships/slide" Target="/ppt/slides/slide17.xml" Id="Ra32b410385044023" /><Relationship Type="http://schemas.openxmlformats.org/officeDocument/2006/relationships/slide" Target="/ppt/slides/slide18.xml" Id="R2870ed34f9d54ee0" /><Relationship Type="http://schemas.openxmlformats.org/officeDocument/2006/relationships/slide" Target="/ppt/slides/slide19.xml" Id="R3e93af26ccef461f" /><Relationship Type="http://schemas.openxmlformats.org/officeDocument/2006/relationships/slide" Target="/ppt/slides/slide20.xml" Id="Rf1d3ca033ced4cda" /><Relationship Type="http://schemas.openxmlformats.org/officeDocument/2006/relationships/slide" Target="/ppt/slides/slide21.xml" Id="R52d57a8572024c9b" /><Relationship Type="http://schemas.openxmlformats.org/officeDocument/2006/relationships/slide" Target="/ppt/slides/slide22.xml" Id="R951a87706c7743c3" /><Relationship Type="http://schemas.openxmlformats.org/officeDocument/2006/relationships/slide" Target="/ppt/slides/slide23.xml" Id="R00c7229dc7424d9e" /><Relationship Type="http://schemas.openxmlformats.org/officeDocument/2006/relationships/slide" Target="/ppt/slides/slide24.xml" Id="Rcd935e575f304401" /><Relationship Type="http://schemas.openxmlformats.org/officeDocument/2006/relationships/slide" Target="/ppt/slides/slide25.xml" Id="Rfdc533ba900947c5" /><Relationship Type="http://schemas.openxmlformats.org/officeDocument/2006/relationships/slide" Target="/ppt/slides/slide26.xml" Id="R120c6bee7def464d" /><Relationship Type="http://schemas.openxmlformats.org/officeDocument/2006/relationships/slide" Target="/ppt/slides/slide27.xml" Id="Rcc0cfd70064049d1" /><Relationship Type="http://schemas.openxmlformats.org/officeDocument/2006/relationships/slide" Target="/ppt/slides/slide28.xml" Id="Rb5708ed3804840ab" /><Relationship Type="http://schemas.openxmlformats.org/officeDocument/2006/relationships/slide" Target="/ppt/slides/slide29.xml" Id="R45baea47b21946ef" /><Relationship Type="http://schemas.openxmlformats.org/officeDocument/2006/relationships/slide" Target="/ppt/slides/slide30.xml" Id="Ra97ddd21042844fb" /><Relationship Type="http://schemas.openxmlformats.org/officeDocument/2006/relationships/slide" Target="/ppt/slides/slide31.xml" Id="Reddb319e3b234b8b" /><Relationship Type="http://schemas.openxmlformats.org/officeDocument/2006/relationships/slide" Target="/ppt/slides/slide32.xml" Id="R3212807bc7064591" /><Relationship Type="http://schemas.openxmlformats.org/officeDocument/2006/relationships/slide" Target="/ppt/slides/slide33.xml" Id="R9427773cb38c44cb" /><Relationship Type="http://schemas.openxmlformats.org/officeDocument/2006/relationships/slide" Target="/ppt/slides/slide34.xml" Id="R3ef75d79fb6148e4" /><Relationship Type="http://schemas.openxmlformats.org/officeDocument/2006/relationships/slide" Target="/ppt/slides/slide35.xml" Id="R9204f14552764a46" /><Relationship Type="http://schemas.openxmlformats.org/officeDocument/2006/relationships/slide" Target="/ppt/slides/slide36.xml" Id="R50d8b1c58ea44f52" /><Relationship Type="http://schemas.openxmlformats.org/officeDocument/2006/relationships/slide" Target="/ppt/slides/slide37.xml" Id="Rc358dbf8f4924d79" /><Relationship Type="http://schemas.openxmlformats.org/officeDocument/2006/relationships/slide" Target="/ppt/slides/slide38.xml" Id="R9f31568a210e401d" /><Relationship Type="http://schemas.openxmlformats.org/officeDocument/2006/relationships/slide" Target="/ppt/slides/slide39.xml" Id="R8fae6361ecb04a86" /><Relationship Type="http://schemas.openxmlformats.org/officeDocument/2006/relationships/slide" Target="/ppt/slides/slide40.xml" Id="Rbba30185c9a84bbf" /><Relationship Type="http://schemas.openxmlformats.org/officeDocument/2006/relationships/slide" Target="/ppt/slides/slide41.xml" Id="Ra000037c14774382" /><Relationship Type="http://schemas.openxmlformats.org/officeDocument/2006/relationships/slide" Target="/ppt/slides/slide42.xml" Id="R057ebf35ce96431e" /><Relationship Type="http://schemas.openxmlformats.org/officeDocument/2006/relationships/slide" Target="/ppt/slides/slide43.xml" Id="R2c810693a7244204" /><Relationship Type="http://schemas.openxmlformats.org/officeDocument/2006/relationships/slide" Target="/ppt/slides/slide44.xml" Id="R67b0129dcce9423d" /><Relationship Type="http://schemas.openxmlformats.org/officeDocument/2006/relationships/slide" Target="/ppt/slides/slide45.xml" Id="Rb957122908b749f5" /><Relationship Type="http://schemas.openxmlformats.org/officeDocument/2006/relationships/slide" Target="/ppt/slides/slide46.xml" Id="R73708e939afc4127" /><Relationship Type="http://schemas.openxmlformats.org/officeDocument/2006/relationships/slide" Target="/ppt/slides/slide47.xml" Id="R3a0ac9449240490e" /><Relationship Type="http://schemas.openxmlformats.org/officeDocument/2006/relationships/slide" Target="/ppt/slides/slide48.xml" Id="R8560723640ff45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0173ca88641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150b374d8c41dd" /><Relationship Type="http://schemas.openxmlformats.org/officeDocument/2006/relationships/notesMaster" Target="/ppt/notesMasters/notesMaster1.xml" Id="R4c390c76dffb48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ab08f005224bcc" /><Relationship Type="http://schemas.openxmlformats.org/officeDocument/2006/relationships/notesMaster" Target="/ppt/notesMasters/notesMaster1.xml" Id="Rae923374b41844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5e54a90d614195" /><Relationship Type="http://schemas.openxmlformats.org/officeDocument/2006/relationships/notesMaster" Target="/ppt/notesMasters/notesMaster1.xml" Id="Rea7a55f5d07542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989291d1d24daf" /><Relationship Type="http://schemas.openxmlformats.org/officeDocument/2006/relationships/notesMaster" Target="/ppt/notesMasters/notesMaster1.xml" Id="R889fe0a2ec9246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495164232048fb" /><Relationship Type="http://schemas.openxmlformats.org/officeDocument/2006/relationships/notesMaster" Target="/ppt/notesMasters/notesMaster1.xml" Id="R945303496efd44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cee57ccd4648a1" /><Relationship Type="http://schemas.openxmlformats.org/officeDocument/2006/relationships/notesMaster" Target="/ppt/notesMasters/notesMaster1.xml" Id="Raebd2883cf464e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ec1f7ddd2b46e1" /><Relationship Type="http://schemas.openxmlformats.org/officeDocument/2006/relationships/notesMaster" Target="/ppt/notesMasters/notesMaster1.xml" Id="Rc5965d30854742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a823fc7a9444d3" /><Relationship Type="http://schemas.openxmlformats.org/officeDocument/2006/relationships/notesMaster" Target="/ppt/notesMasters/notesMaster1.xml" Id="R7673b21fe11c4e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31e27708f542f3" /><Relationship Type="http://schemas.openxmlformats.org/officeDocument/2006/relationships/notesMaster" Target="/ppt/notesMasters/notesMaster1.xml" Id="Red2757354d734f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fa9f5d29c3496d" /><Relationship Type="http://schemas.openxmlformats.org/officeDocument/2006/relationships/notesMaster" Target="/ppt/notesMasters/notesMaster1.xml" Id="R98876b52105c4f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046647e2c04ecb" /><Relationship Type="http://schemas.openxmlformats.org/officeDocument/2006/relationships/notesMaster" Target="/ppt/notesMasters/notesMaster1.xml" Id="R090a2ad2e8f74b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0dab61bbbc4f63" /><Relationship Type="http://schemas.openxmlformats.org/officeDocument/2006/relationships/notesMaster" Target="/ppt/notesMasters/notesMaster1.xml" Id="R9b86cdd2253e4f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c7a67165d84067" /><Relationship Type="http://schemas.openxmlformats.org/officeDocument/2006/relationships/notesMaster" Target="/ppt/notesMasters/notesMaster1.xml" Id="Rc2581d6264d545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d9c089a2444f64" /><Relationship Type="http://schemas.openxmlformats.org/officeDocument/2006/relationships/notesMaster" Target="/ppt/notesMasters/notesMaster1.xml" Id="R02fefbe6902547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97bccbdabe4669" /><Relationship Type="http://schemas.openxmlformats.org/officeDocument/2006/relationships/notesMaster" Target="/ppt/notesMasters/notesMaster1.xml" Id="R7d8aa26c062e47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a7ce2a7d004782" /><Relationship Type="http://schemas.openxmlformats.org/officeDocument/2006/relationships/notesMaster" Target="/ppt/notesMasters/notesMaster1.xml" Id="R41dcf45992844a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0bfbfb63954dc6" /><Relationship Type="http://schemas.openxmlformats.org/officeDocument/2006/relationships/notesMaster" Target="/ppt/notesMasters/notesMaster1.xml" Id="Rdff69f7ddeb449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1185ddb32c4b91" /><Relationship Type="http://schemas.openxmlformats.org/officeDocument/2006/relationships/notesMaster" Target="/ppt/notesMasters/notesMaster1.xml" Id="R2d3c4b668be64d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2a20aa04954157" /><Relationship Type="http://schemas.openxmlformats.org/officeDocument/2006/relationships/notesMaster" Target="/ppt/notesMasters/notesMaster1.xml" Id="R003e940288d645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74acb2849747ec" /><Relationship Type="http://schemas.openxmlformats.org/officeDocument/2006/relationships/notesMaster" Target="/ppt/notesMasters/notesMaster1.xml" Id="R6d8af21e983c44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adfcda8f5b41b6" /><Relationship Type="http://schemas.openxmlformats.org/officeDocument/2006/relationships/notesMaster" Target="/ppt/notesMasters/notesMaster1.xml" Id="R4f3ff9312e674b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b4590f43134740" /><Relationship Type="http://schemas.openxmlformats.org/officeDocument/2006/relationships/notesMaster" Target="/ppt/notesMasters/notesMaster1.xml" Id="Rbf28d19ceb1e43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b31f3a30de4336" /><Relationship Type="http://schemas.openxmlformats.org/officeDocument/2006/relationships/notesMaster" Target="/ppt/notesMasters/notesMaster1.xml" Id="R742bec0e2a894f4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1779a33427425f" /><Relationship Type="http://schemas.openxmlformats.org/officeDocument/2006/relationships/notesMaster" Target="/ppt/notesMasters/notesMaster1.xml" Id="R75c56ae9cbbb4b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936a670906b4d65" /><Relationship Type="http://schemas.openxmlformats.org/officeDocument/2006/relationships/notesMaster" Target="/ppt/notesMasters/notesMaster1.xml" Id="Rf9b350ab9cc94e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132c4175954c0a" /><Relationship Type="http://schemas.openxmlformats.org/officeDocument/2006/relationships/notesMaster" Target="/ppt/notesMasters/notesMaster1.xml" Id="R83e2799bb95e46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b2f2a6f59b14c0c" /><Relationship Type="http://schemas.openxmlformats.org/officeDocument/2006/relationships/notesMaster" Target="/ppt/notesMasters/notesMaster1.xml" Id="Rf12f0f3783d746a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0e21e1987b43e6" /><Relationship Type="http://schemas.openxmlformats.org/officeDocument/2006/relationships/notesMaster" Target="/ppt/notesMasters/notesMaster1.xml" Id="R65443c86d45a479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913fc8f8d9c4064" /><Relationship Type="http://schemas.openxmlformats.org/officeDocument/2006/relationships/notesMaster" Target="/ppt/notesMasters/notesMaster1.xml" Id="Re0c527cc4d4d45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5bfa01b95a24fea" /><Relationship Type="http://schemas.openxmlformats.org/officeDocument/2006/relationships/notesMaster" Target="/ppt/notesMasters/notesMaster1.xml" Id="R06e8bf6ad38345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91ca265d3054972" /><Relationship Type="http://schemas.openxmlformats.org/officeDocument/2006/relationships/notesMaster" Target="/ppt/notesMasters/notesMaster1.xml" Id="R188cf952a85942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c4355fb2a7b4c04" /><Relationship Type="http://schemas.openxmlformats.org/officeDocument/2006/relationships/notesMaster" Target="/ppt/notesMasters/notesMaster1.xml" Id="R114012bb5fe24e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4031a4466924c24" /><Relationship Type="http://schemas.openxmlformats.org/officeDocument/2006/relationships/notesMaster" Target="/ppt/notesMasters/notesMaster1.xml" Id="R317f52d456ff44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3b7a42934ea4970" /><Relationship Type="http://schemas.openxmlformats.org/officeDocument/2006/relationships/notesMaster" Target="/ppt/notesMasters/notesMaster1.xml" Id="R7f2ed777295e41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ced9883befc44da" /><Relationship Type="http://schemas.openxmlformats.org/officeDocument/2006/relationships/notesMaster" Target="/ppt/notesMasters/notesMaster1.xml" Id="Ref6e4982a90b428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208fa0390ee4a5d" /><Relationship Type="http://schemas.openxmlformats.org/officeDocument/2006/relationships/notesMaster" Target="/ppt/notesMasters/notesMaster1.xml" Id="R1189bb46f23749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ec9bf93bfb34b2c" /><Relationship Type="http://schemas.openxmlformats.org/officeDocument/2006/relationships/notesMaster" Target="/ppt/notesMasters/notesMaster1.xml" Id="R7b332fd51fc4405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c8b95756d4c47e1" /><Relationship Type="http://schemas.openxmlformats.org/officeDocument/2006/relationships/notesMaster" Target="/ppt/notesMasters/notesMaster1.xml" Id="R46817fbb2616453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049b766dac742ca" /><Relationship Type="http://schemas.openxmlformats.org/officeDocument/2006/relationships/notesMaster" Target="/ppt/notesMasters/notesMaster1.xml" Id="R17801cb07b324da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e109a7875a5452f" /><Relationship Type="http://schemas.openxmlformats.org/officeDocument/2006/relationships/notesMaster" Target="/ppt/notesMasters/notesMaster1.xml" Id="R56ce93fd62c54c8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0a87a0902c1447d" /><Relationship Type="http://schemas.openxmlformats.org/officeDocument/2006/relationships/notesMaster" Target="/ppt/notesMasters/notesMaster1.xml" Id="R64ccce653d624c4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b83db5c1f3b4398" /><Relationship Type="http://schemas.openxmlformats.org/officeDocument/2006/relationships/notesMaster" Target="/ppt/notesMasters/notesMaster1.xml" Id="Rdd0e9c4ab5d94df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6e1febfeef64821" /><Relationship Type="http://schemas.openxmlformats.org/officeDocument/2006/relationships/notesMaster" Target="/ppt/notesMasters/notesMaster1.xml" Id="R0baa9f99e4aa4ac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b55077d879143e2" /><Relationship Type="http://schemas.openxmlformats.org/officeDocument/2006/relationships/notesMaster" Target="/ppt/notesMasters/notesMaster1.xml" Id="Raeb8c99855994dc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e09c9c8e84047ab" /><Relationship Type="http://schemas.openxmlformats.org/officeDocument/2006/relationships/notesMaster" Target="/ppt/notesMasters/notesMaster1.xml" Id="R938bfb0f30944f3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06c706972e04ba7" /><Relationship Type="http://schemas.openxmlformats.org/officeDocument/2006/relationships/notesMaster" Target="/ppt/notesMasters/notesMaster1.xml" Id="R99186e79754947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d058ba1e3164e68" /><Relationship Type="http://schemas.openxmlformats.org/officeDocument/2006/relationships/notesMaster" Target="/ppt/notesMasters/notesMaster1.xml" Id="Rdf9df7e11d024db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dcb22e7b1804852" /><Relationship Type="http://schemas.openxmlformats.org/officeDocument/2006/relationships/notesMaster" Target="/ppt/notesMasters/notesMaster1.xml" Id="R92390355f32f4f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ddd8fec6974b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2dd0e10eec4ede" /><Relationship Type="http://schemas.openxmlformats.org/officeDocument/2006/relationships/slideLayout" Target="/ppt/slideLayouts/slideLayout1.xml" Id="R2071ca318f5641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71ca318f5641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0b51306839402e" /><Relationship Type="http://schemas.openxmlformats.org/officeDocument/2006/relationships/notesSlide" Target="/ppt/notesSlides/notesSlide1.xml" Id="R640a7cdd012047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846c43bcca498b" /><Relationship Type="http://schemas.openxmlformats.org/officeDocument/2006/relationships/notesSlide" Target="/ppt/notesSlides/notesSlide2.xml" Id="R14029e4df61b4e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3ecf069a114d32" /><Relationship Type="http://schemas.openxmlformats.org/officeDocument/2006/relationships/notesSlide" Target="/ppt/notesSlides/notesSlide3.xml" Id="R02427c7a39f746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67d815142e42d9" /><Relationship Type="http://schemas.openxmlformats.org/officeDocument/2006/relationships/notesSlide" Target="/ppt/notesSlides/notesSlide4.xml" Id="R67269bbbb5d54f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a078ee620a4667" /><Relationship Type="http://schemas.openxmlformats.org/officeDocument/2006/relationships/notesSlide" Target="/ppt/notesSlides/notesSlide5.xml" Id="R975f9c69cb194b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d43b9513f146a4" /><Relationship Type="http://schemas.openxmlformats.org/officeDocument/2006/relationships/image" Target="/ppt/media/image.jpeg" Id="R99d35aa0d3a34b06" /><Relationship Type="http://schemas.openxmlformats.org/officeDocument/2006/relationships/notesSlide" Target="/ppt/notesSlides/notesSlide6.xml" Id="Re5332a5fe6d141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bea44cb1984b3b" /><Relationship Type="http://schemas.openxmlformats.org/officeDocument/2006/relationships/image" Target="/ppt/media/image.png" Id="Rb2ad8d193b4c4927" /><Relationship Type="http://schemas.openxmlformats.org/officeDocument/2006/relationships/notesSlide" Target="/ppt/notesSlides/notesSlide7.xml" Id="Re9728b6c105c44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bd723a9dd84aa0" /><Relationship Type="http://schemas.openxmlformats.org/officeDocument/2006/relationships/notesSlide" Target="/ppt/notesSlides/notesSlide8.xml" Id="Ra7f8a4a4bd7642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eb037f1eb54740" /><Relationship Type="http://schemas.openxmlformats.org/officeDocument/2006/relationships/notesSlide" Target="/ppt/notesSlides/notesSlide9.xml" Id="R438368aa32fd4b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11026ce27e4b8f" /><Relationship Type="http://schemas.openxmlformats.org/officeDocument/2006/relationships/notesSlide" Target="/ppt/notesSlides/notesSlide10.xml" Id="Rbcafad1b1e0d44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3bf798f3a04773" /><Relationship Type="http://schemas.openxmlformats.org/officeDocument/2006/relationships/notesSlide" Target="/ppt/notesSlides/notesSlide11.xml" Id="R997912447db643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f736b98f754ea9" /><Relationship Type="http://schemas.openxmlformats.org/officeDocument/2006/relationships/notesSlide" Target="/ppt/notesSlides/notesSlide12.xml" Id="Rb3dbfaf4c2dd4b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bb8474bdd64160" /><Relationship Type="http://schemas.openxmlformats.org/officeDocument/2006/relationships/image" Target="/ppt/media/image2.jpeg" Id="Radbbbc9d70784868" /><Relationship Type="http://schemas.openxmlformats.org/officeDocument/2006/relationships/notesSlide" Target="/ppt/notesSlides/notesSlide13.xml" Id="Rf48a2854279e40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cfba891734498c" /><Relationship Type="http://schemas.openxmlformats.org/officeDocument/2006/relationships/image" Target="/ppt/media/image2.png" Id="R5fb2999c352d4671" /><Relationship Type="http://schemas.openxmlformats.org/officeDocument/2006/relationships/notesSlide" Target="/ppt/notesSlides/notesSlide14.xml" Id="R79f0a30fd8c240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7d3fda3e364c1e" /><Relationship Type="http://schemas.openxmlformats.org/officeDocument/2006/relationships/image" Target="/ppt/media/image3.png" Id="R2e147befc9524f97" /><Relationship Type="http://schemas.openxmlformats.org/officeDocument/2006/relationships/notesSlide" Target="/ppt/notesSlides/notesSlide15.xml" Id="Rdc378e4e18834d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744f5bdf31d4c2a" /><Relationship Type="http://schemas.openxmlformats.org/officeDocument/2006/relationships/image" Target="/ppt/media/image4.png" Id="R165b15341f714841" /><Relationship Type="http://schemas.openxmlformats.org/officeDocument/2006/relationships/notesSlide" Target="/ppt/notesSlides/notesSlide16.xml" Id="R65d55c3b0dc841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c140eb032c4838" /><Relationship Type="http://schemas.openxmlformats.org/officeDocument/2006/relationships/image" Target="/ppt/media/image5.png" Id="R091cb6d1a2f84743" /><Relationship Type="http://schemas.openxmlformats.org/officeDocument/2006/relationships/notesSlide" Target="/ppt/notesSlides/notesSlide17.xml" Id="Re9f83efceeb24f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aef38b487ec4607" /><Relationship Type="http://schemas.openxmlformats.org/officeDocument/2006/relationships/image" Target="/ppt/media/image6.png" Id="Re59955d2fe4a47e1" /><Relationship Type="http://schemas.openxmlformats.org/officeDocument/2006/relationships/notesSlide" Target="/ppt/notesSlides/notesSlide18.xml" Id="R01ee7a59426146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3465af77624638" /><Relationship Type="http://schemas.openxmlformats.org/officeDocument/2006/relationships/image" Target="/ppt/media/image3.jpeg" Id="R590e36055998468d" /><Relationship Type="http://schemas.openxmlformats.org/officeDocument/2006/relationships/notesSlide" Target="/ppt/notesSlides/notesSlide19.xml" Id="Re5d14acc7d2d48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e2deb8eb71a43a9" /><Relationship Type="http://schemas.openxmlformats.org/officeDocument/2006/relationships/image" Target="/ppt/media/image4.jpeg" Id="Rad542877399b4b2e" /><Relationship Type="http://schemas.openxmlformats.org/officeDocument/2006/relationships/notesSlide" Target="/ppt/notesSlides/notesSlide20.xml" Id="R76ad2d229e194d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df81c2f5964069" /><Relationship Type="http://schemas.openxmlformats.org/officeDocument/2006/relationships/image" Target="/ppt/media/image7.png" Id="R5f6460294ca14e44" /><Relationship Type="http://schemas.openxmlformats.org/officeDocument/2006/relationships/notesSlide" Target="/ppt/notesSlides/notesSlide21.xml" Id="R1bf6414f080249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cef371b843446e" /><Relationship Type="http://schemas.openxmlformats.org/officeDocument/2006/relationships/image" Target="/ppt/media/image8.png" Id="R92b3307f570740b7" /><Relationship Type="http://schemas.openxmlformats.org/officeDocument/2006/relationships/notesSlide" Target="/ppt/notesSlides/notesSlide22.xml" Id="Rb797294bbd0c49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96a43bae7b43ca" /><Relationship Type="http://schemas.openxmlformats.org/officeDocument/2006/relationships/image" Target="/ppt/media/image9.png" Id="R1f519a22caf9426e" /><Relationship Type="http://schemas.openxmlformats.org/officeDocument/2006/relationships/notesSlide" Target="/ppt/notesSlides/notesSlide23.xml" Id="Rcd5a91d85eb240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087a2e254634d76" /><Relationship Type="http://schemas.openxmlformats.org/officeDocument/2006/relationships/image" Target="/ppt/media/image10.png" Id="R1b2e555e29944551" /><Relationship Type="http://schemas.openxmlformats.org/officeDocument/2006/relationships/notesSlide" Target="/ppt/notesSlides/notesSlide24.xml" Id="Rfa7c1019e3894a5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ad46522bb5b4e80" /><Relationship Type="http://schemas.openxmlformats.org/officeDocument/2006/relationships/image" Target="/ppt/media/image11.png" Id="R0b25b78748174499" /><Relationship Type="http://schemas.openxmlformats.org/officeDocument/2006/relationships/notesSlide" Target="/ppt/notesSlides/notesSlide25.xml" Id="Re67e732b19554e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301b0762cf041c0" /><Relationship Type="http://schemas.openxmlformats.org/officeDocument/2006/relationships/image" Target="/ppt/media/image12.png" Id="R15bdd256d46b4557" /><Relationship Type="http://schemas.openxmlformats.org/officeDocument/2006/relationships/notesSlide" Target="/ppt/notesSlides/notesSlide26.xml" Id="R6d8c707aead748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fb0b031d5474444" /><Relationship Type="http://schemas.openxmlformats.org/officeDocument/2006/relationships/image" Target="/ppt/media/image13.png" Id="R4e393060ae4f4474" /><Relationship Type="http://schemas.openxmlformats.org/officeDocument/2006/relationships/notesSlide" Target="/ppt/notesSlides/notesSlide27.xml" Id="R6fc06dd2101142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0583b6b1eb45cd" /><Relationship Type="http://schemas.openxmlformats.org/officeDocument/2006/relationships/notesSlide" Target="/ppt/notesSlides/notesSlide28.xml" Id="R16b479ac85c54fd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45ab4e32684fd4" /><Relationship Type="http://schemas.openxmlformats.org/officeDocument/2006/relationships/image" Target="/ppt/media/image5.jpeg" Id="R8fb51270a7104dc6" /><Relationship Type="http://schemas.openxmlformats.org/officeDocument/2006/relationships/notesSlide" Target="/ppt/notesSlides/notesSlide29.xml" Id="R44c954f4e7e3475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519b0c78e5a49da" /><Relationship Type="http://schemas.openxmlformats.org/officeDocument/2006/relationships/notesSlide" Target="/ppt/notesSlides/notesSlide30.xml" Id="Rbbe226eb5a484b5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64132a6ff834b0d" /><Relationship Type="http://schemas.openxmlformats.org/officeDocument/2006/relationships/notesSlide" Target="/ppt/notesSlides/notesSlide31.xml" Id="R4600de6acab742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51dae97598b46c2" /><Relationship Type="http://schemas.openxmlformats.org/officeDocument/2006/relationships/notesSlide" Target="/ppt/notesSlides/notesSlide32.xml" Id="Rbd057e9beb5549d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65c423eeb274f97" /><Relationship Type="http://schemas.openxmlformats.org/officeDocument/2006/relationships/notesSlide" Target="/ppt/notesSlides/notesSlide33.xml" Id="Rf77072dae36b48c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94df6a7ba124d1a" /><Relationship Type="http://schemas.openxmlformats.org/officeDocument/2006/relationships/notesSlide" Target="/ppt/notesSlides/notesSlide34.xml" Id="Rddcda5810af84d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d96b575cc7442ba" /><Relationship Type="http://schemas.openxmlformats.org/officeDocument/2006/relationships/notesSlide" Target="/ppt/notesSlides/notesSlide35.xml" Id="Rbf4248d1d6904ae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71e434181de4f23" /><Relationship Type="http://schemas.openxmlformats.org/officeDocument/2006/relationships/notesSlide" Target="/ppt/notesSlides/notesSlide36.xml" Id="R452c790717cd487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340ebb761084b61" /><Relationship Type="http://schemas.openxmlformats.org/officeDocument/2006/relationships/notesSlide" Target="/ppt/notesSlides/notesSlide37.xml" Id="R950886d1f8ed4b3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444cc4f4d1246c2" /><Relationship Type="http://schemas.openxmlformats.org/officeDocument/2006/relationships/image" Target="/ppt/media/image14.png" Id="R258ed1881a5740fe" /><Relationship Type="http://schemas.openxmlformats.org/officeDocument/2006/relationships/notesSlide" Target="/ppt/notesSlides/notesSlide38.xml" Id="Ra60fb5a36037401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765de411d694df8" /><Relationship Type="http://schemas.openxmlformats.org/officeDocument/2006/relationships/notesSlide" Target="/ppt/notesSlides/notesSlide39.xml" Id="R3b75f215f2c34b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b37b8fc6d6b465c" /><Relationship Type="http://schemas.openxmlformats.org/officeDocument/2006/relationships/notesSlide" Target="/ppt/notesSlides/notesSlide40.xml" Id="R80b341de96a64a4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4e0d85e9ba14b42" /><Relationship Type="http://schemas.openxmlformats.org/officeDocument/2006/relationships/notesSlide" Target="/ppt/notesSlides/notesSlide41.xml" Id="Rc0da2127c5af41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06bae828c334bb0" /><Relationship Type="http://schemas.openxmlformats.org/officeDocument/2006/relationships/notesSlide" Target="/ppt/notesSlides/notesSlide42.xml" Id="R5c0d0fada1f742c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ff0e4f78e7746b0" /><Relationship Type="http://schemas.openxmlformats.org/officeDocument/2006/relationships/notesSlide" Target="/ppt/notesSlides/notesSlide43.xml" Id="R4c0a828aa9a6474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5274a1a198748f3" /><Relationship Type="http://schemas.openxmlformats.org/officeDocument/2006/relationships/notesSlide" Target="/ppt/notesSlides/notesSlide44.xml" Id="Ra0b393b054c441a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44198485fb14bb3" /><Relationship Type="http://schemas.openxmlformats.org/officeDocument/2006/relationships/notesSlide" Target="/ppt/notesSlides/notesSlide45.xml" Id="R945b7aa2d5cf477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c79df3015de4de6" /><Relationship Type="http://schemas.openxmlformats.org/officeDocument/2006/relationships/notesSlide" Target="/ppt/notesSlides/notesSlide46.xml" Id="Rcfa319a4eaf642e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9e88b41016c4f4b" /><Relationship Type="http://schemas.openxmlformats.org/officeDocument/2006/relationships/notesSlide" Target="/ppt/notesSlides/notesSlide47.xml" Id="Rb85c4b7bc1b3435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ebf9548bc4749bb" /><Relationship Type="http://schemas.openxmlformats.org/officeDocument/2006/relationships/notesSlide" Target="/ppt/notesSlides/notesSlide48.xml" Id="R890df7032b034ce8"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1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1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1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53"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54"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5"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6"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9d35aa0d3a34b06"/>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b2ad8d193b4c4927"/>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Tree>
    <p:extLst>
      <p:ext uri="{BB962C8B-B14F-4D97-AF65-F5344CB8AC3E}">
        <p14:creationId xmlns:p14="http://schemas.microsoft.com/office/powerpoint/2010/main" val="354341949"/>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Tree>
    <p:extLst>
      <p:ext uri="{BB962C8B-B14F-4D97-AF65-F5344CB8AC3E}">
        <p14:creationId xmlns:p14="http://schemas.microsoft.com/office/powerpoint/2010/main" val="354341949"/>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Tree>
    <p:extLst>
      <p:ext uri="{BB962C8B-B14F-4D97-AF65-F5344CB8AC3E}">
        <p14:creationId xmlns:p14="http://schemas.microsoft.com/office/powerpoint/2010/main" val="92477978"/>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dbbbc9d70784868"/>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fb2999c352d4671"/>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e147befc9524f97"/>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12</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65b15341f714841"/>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91cb6d1a2f84743"/>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59955d2fe4a47e1"/>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90e36055998468d"/>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d542877399b4b2e"/>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f6460294ca14e44"/>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2b3307f570740b7"/>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f519a22caf9426e"/>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b2e555e29944551"/>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b25b78748174499"/>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5bdd256d46b4557"/>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0" name="s23-image-frame">
            <a:extLst xmlns:a="http://schemas.openxmlformats.org/drawingml/2006/main">
              <a:ext uri="{FF2B5EF4-FFF2-40B4-BE49-F238E27FC236}">
                <a16:creationId xmlns:a16="http://schemas.microsoft.com/office/drawing/2014/main" id="{94942EF4-6215-430A-842B-86B06BF1FA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e393060ae4f4474"/>
          <a:stretch xmlns:a="http://schemas.openxmlformats.org/drawingml/2006/main"/>
        </p:blipFill>
        <p:spPr>
          <a:xfrm xmlns:a="http://schemas.openxmlformats.org/drawingml/2006/main">
            <a:off x="2292434" y="1438275"/>
            <a:ext cx="7607131" cy="4457700"/>
          </a:xfrm>
          <a:prstGeom xmlns:a="http://schemas.openxmlformats.org/drawingml/2006/main" prst="rect">
            <a:avLst/>
          </a:prstGeom>
        </p:spPr>
      </p:pic>
      <p:sp>
        <p:nvSpPr>
          <p:cNvPr id="22" name="s23-role">
            <a:extLst xmlns:a="http://schemas.openxmlformats.org/drawingml/2006/main">
              <a:ext uri="{FF2B5EF4-FFF2-40B4-BE49-F238E27FC236}">
                <a16:creationId xmlns:a16="http://schemas.microsoft.com/office/drawing/2014/main" id="{8E57BF9F-62F2-404C-B08E-18AEAC478C7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INDEPENDENT TEST HARNESS</a:t>
            </a:r>
          </a:p>
        </p:txBody>
      </p:sp>
      <p:sp>
        <p:nvSpPr>
          <p:cNvPr id="23" name="s23-caption">
            <a:extLst xmlns:a="http://schemas.openxmlformats.org/drawingml/2006/main">
              <a:ext uri="{FF2B5EF4-FFF2-40B4-BE49-F238E27FC236}">
                <a16:creationId xmlns:a16="http://schemas.microsoft.com/office/drawing/2014/main" id="{726190F5-3283-42E6-9B20-FD0164EDA2E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models/PitchRateLimiter_Harness.slx • references PitchRateLimiter</a:t>
            </a:r>
          </a:p>
        </p:txBody>
      </p:sp>
    </p:spTree>
    <p:extLst>
      <p:ext uri="{BB962C8B-B14F-4D97-AF65-F5344CB8AC3E}">
        <p14:creationId xmlns:p14="http://schemas.microsoft.com/office/powerpoint/2010/main" val="1234053405"/>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Tree>
    <p:extLst>
      <p:ext uri="{BB962C8B-B14F-4D97-AF65-F5344CB8AC3E}">
        <p14:creationId xmlns:p14="http://schemas.microsoft.com/office/powerpoint/2010/main" val="1612514186"/>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8fb51270a7104dc6"/>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2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2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2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301"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02"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03"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04"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05"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29</a:t>
            </a:r>
          </a:p>
        </p:txBody>
      </p:sp>
    </p:spTree>
    <p:extLst>
      <p:ext uri="{BB962C8B-B14F-4D97-AF65-F5344CB8AC3E}">
        <p14:creationId xmlns:p14="http://schemas.microsoft.com/office/powerpoint/2010/main" val="125380021"/>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33</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58ed1881a5740fe"/>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23" name="s34-link-0">
            <a:extLst xmlns:a="http://schemas.openxmlformats.org/drawingml/2006/main">
              <a:ext uri="{FF2B5EF4-FFF2-40B4-BE49-F238E27FC236}">
                <a16:creationId xmlns:a16="http://schemas.microsoft.com/office/drawing/2014/main" id="{1613ED5C-9015-437F-AB30-06D99B06C46E}"/>
              </a:ext>
            </a:extLst>
          </p:cNvPr>
          <p:cNvSpPr>
            <a:spLocks xmlns:a="http://schemas.openxmlformats.org/drawingml/2006/main" noGrp="1"/>
          </p:cNvSpPr>
          <p:nvPr/>
        </p:nvSpPr>
        <p:spPr>
          <a:xfrm xmlns:a="http://schemas.openxmlformats.org/drawingml/2006/main">
            <a:off x="25146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4" name="s34-link-1">
            <a:extLst xmlns:a="http://schemas.openxmlformats.org/drawingml/2006/main">
              <a:ext uri="{FF2B5EF4-FFF2-40B4-BE49-F238E27FC236}">
                <a16:creationId xmlns:a16="http://schemas.microsoft.com/office/drawing/2014/main" id="{1D800947-D722-4237-9582-E3FC759EF6A3}"/>
              </a:ext>
            </a:extLst>
          </p:cNvPr>
          <p:cNvSpPr>
            <a:spLocks xmlns:a="http://schemas.openxmlformats.org/drawingml/2006/main" noGrp="1"/>
          </p:cNvSpPr>
          <p:nvPr/>
        </p:nvSpPr>
        <p:spPr>
          <a:xfrm xmlns:a="http://schemas.openxmlformats.org/drawingml/2006/main">
            <a:off x="47244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5" name="s34-link-2">
            <a:extLst xmlns:a="http://schemas.openxmlformats.org/drawingml/2006/main">
              <a:ext uri="{FF2B5EF4-FFF2-40B4-BE49-F238E27FC236}">
                <a16:creationId xmlns:a16="http://schemas.microsoft.com/office/drawing/2014/main" id="{C34D7FED-817C-4480-BE81-D2C14887F118}"/>
              </a:ext>
            </a:extLst>
          </p:cNvPr>
          <p:cNvSpPr>
            <a:spLocks xmlns:a="http://schemas.openxmlformats.org/drawingml/2006/main" noGrp="1"/>
          </p:cNvSpPr>
          <p:nvPr/>
        </p:nvSpPr>
        <p:spPr>
          <a:xfrm xmlns:a="http://schemas.openxmlformats.org/drawingml/2006/main">
            <a:off x="69342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6" name="s34-link-3">
            <a:extLst xmlns:a="http://schemas.openxmlformats.org/drawingml/2006/main">
              <a:ext uri="{FF2B5EF4-FFF2-40B4-BE49-F238E27FC236}">
                <a16:creationId xmlns:a16="http://schemas.microsoft.com/office/drawing/2014/main" id="{9285CF81-2E27-486A-A4FB-724A368CC834}"/>
              </a:ext>
            </a:extLst>
          </p:cNvPr>
          <p:cNvSpPr>
            <a:spLocks xmlns:a="http://schemas.openxmlformats.org/drawingml/2006/main" noGrp="1"/>
          </p:cNvSpPr>
          <p:nvPr/>
        </p:nvSpPr>
        <p:spPr>
          <a:xfrm xmlns:a="http://schemas.openxmlformats.org/drawingml/2006/main">
            <a:off x="91440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7" name="s34-stage-0">
            <a:extLst xmlns:a="http://schemas.openxmlformats.org/drawingml/2006/main">
              <a:ext uri="{FF2B5EF4-FFF2-40B4-BE49-F238E27FC236}">
                <a16:creationId xmlns:a16="http://schemas.microsoft.com/office/drawing/2014/main" id="{11CD3531-0DA0-4585-A346-72CC0A7E9D19}"/>
              </a:ext>
            </a:extLst>
          </p:cNvPr>
          <p:cNvSpPr>
            <a:spLocks xmlns:a="http://schemas.openxmlformats.org/drawingml/2006/main" noGrp="1"/>
          </p:cNvSpPr>
          <p:nvPr/>
        </p:nvSpPr>
        <p:spPr>
          <a:xfrm xmlns:a="http://schemas.openxmlformats.org/drawingml/2006/main">
            <a:off x="6858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28" name="s34-stage-title-0">
            <a:extLst xmlns:a="http://schemas.openxmlformats.org/drawingml/2006/main">
              <a:ext uri="{FF2B5EF4-FFF2-40B4-BE49-F238E27FC236}">
                <a16:creationId xmlns:a16="http://schemas.microsoft.com/office/drawing/2014/main" id="{F8394E1A-4D44-4CC1-998E-CE1677314639}"/>
              </a:ext>
            </a:extLst>
          </p:cNvPr>
          <p:cNvSpPr>
            <a:spLocks xmlns:a="http://schemas.openxmlformats.org/drawingml/2006/main" noGrp="1"/>
          </p:cNvSpPr>
          <p:nvPr/>
        </p:nvSpPr>
        <p:spPr>
          <a:xfrm xmlns:a="http://schemas.openxmlformats.org/drawingml/2006/main">
            <a:off x="8001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SETUP</a:t>
            </a:r>
          </a:p>
        </p:txBody>
      </p:sp>
      <p:sp>
        <p:nvSpPr>
          <p:cNvPr id="29" name="s34-stage-file-0">
            <a:extLst xmlns:a="http://schemas.openxmlformats.org/drawingml/2006/main">
              <a:ext uri="{FF2B5EF4-FFF2-40B4-BE49-F238E27FC236}">
                <a16:creationId xmlns:a16="http://schemas.microsoft.com/office/drawing/2014/main" id="{375DDE31-B078-4EA4-BD5A-00B94EAD8278}"/>
              </a:ext>
            </a:extLst>
          </p:cNvPr>
          <p:cNvSpPr>
            <a:spLocks xmlns:a="http://schemas.openxmlformats.org/drawingml/2006/main" noGrp="1"/>
          </p:cNvSpPr>
          <p:nvPr/>
        </p:nvSpPr>
        <p:spPr>
          <a:xfrm xmlns:a="http://schemas.openxmlformats.org/drawingml/2006/main">
            <a:off x="7810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setup.m</a:t>
            </a:r>
          </a:p>
        </p:txBody>
      </p:sp>
      <p:sp>
        <p:nvSpPr>
          <p:cNvPr id="30" name="s34-stage-body-0">
            <a:extLst xmlns:a="http://schemas.openxmlformats.org/drawingml/2006/main">
              <a:ext uri="{FF2B5EF4-FFF2-40B4-BE49-F238E27FC236}">
                <a16:creationId xmlns:a16="http://schemas.microsoft.com/office/drawing/2014/main" id="{807FAA97-51CD-4438-8878-96B961D08315}"/>
              </a:ext>
            </a:extLst>
          </p:cNvPr>
          <p:cNvSpPr>
            <a:spLocks xmlns:a="http://schemas.openxmlformats.org/drawingml/2006/main" noGrp="1"/>
          </p:cNvSpPr>
          <p:nvPr/>
        </p:nvSpPr>
        <p:spPr>
          <a:xfrm xmlns:a="http://schemas.openxmlformats.org/drawingml/2006/main">
            <a:off x="8001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paths • dictionary • initial state</a:t>
            </a:r>
          </a:p>
        </p:txBody>
      </p:sp>
      <p:sp>
        <p:nvSpPr>
          <p:cNvPr id="31" name="s34-stage-1">
            <a:extLst xmlns:a="http://schemas.openxmlformats.org/drawingml/2006/main">
              <a:ext uri="{FF2B5EF4-FFF2-40B4-BE49-F238E27FC236}">
                <a16:creationId xmlns:a16="http://schemas.microsoft.com/office/drawing/2014/main" id="{EE04B751-7AA2-4052-815C-C082968C1210}"/>
              </a:ext>
            </a:extLst>
          </p:cNvPr>
          <p:cNvSpPr>
            <a:spLocks xmlns:a="http://schemas.openxmlformats.org/drawingml/2006/main" noGrp="1"/>
          </p:cNvSpPr>
          <p:nvPr/>
        </p:nvSpPr>
        <p:spPr>
          <a:xfrm xmlns:a="http://schemas.openxmlformats.org/drawingml/2006/main">
            <a:off x="28956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2" name="s34-stage-title-1">
            <a:extLst xmlns:a="http://schemas.openxmlformats.org/drawingml/2006/main">
              <a:ext uri="{FF2B5EF4-FFF2-40B4-BE49-F238E27FC236}">
                <a16:creationId xmlns:a16="http://schemas.microsoft.com/office/drawing/2014/main" id="{D3B169D0-A7B8-49C7-A8C1-785D018411E8}"/>
              </a:ext>
            </a:extLst>
          </p:cNvPr>
          <p:cNvSpPr>
            <a:spLocks xmlns:a="http://schemas.openxmlformats.org/drawingml/2006/main" noGrp="1"/>
          </p:cNvSpPr>
          <p:nvPr/>
        </p:nvSpPr>
        <p:spPr>
          <a:xfrm xmlns:a="http://schemas.openxmlformats.org/drawingml/2006/main">
            <a:off x="30099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PRELOAD</a:t>
            </a:r>
          </a:p>
        </p:txBody>
      </p:sp>
      <p:sp>
        <p:nvSpPr>
          <p:cNvPr id="33" name="s34-stage-file-1">
            <a:extLst xmlns:a="http://schemas.openxmlformats.org/drawingml/2006/main">
              <a:ext uri="{FF2B5EF4-FFF2-40B4-BE49-F238E27FC236}">
                <a16:creationId xmlns:a16="http://schemas.microsoft.com/office/drawing/2014/main" id="{C294FF68-9B68-4E77-BD2F-A2B441CAC8C6}"/>
              </a:ext>
            </a:extLst>
          </p:cNvPr>
          <p:cNvSpPr>
            <a:spLocks xmlns:a="http://schemas.openxmlformats.org/drawingml/2006/main" noGrp="1"/>
          </p:cNvSpPr>
          <p:nvPr/>
        </p:nvSpPr>
        <p:spPr>
          <a:xfrm xmlns:a="http://schemas.openxmlformats.org/drawingml/2006/main">
            <a:off x="29908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preload.m</a:t>
            </a:r>
          </a:p>
        </p:txBody>
      </p:sp>
      <p:sp>
        <p:nvSpPr>
          <p:cNvPr id="34" name="s34-stage-body-1">
            <a:extLst xmlns:a="http://schemas.openxmlformats.org/drawingml/2006/main">
              <a:ext uri="{FF2B5EF4-FFF2-40B4-BE49-F238E27FC236}">
                <a16:creationId xmlns:a16="http://schemas.microsoft.com/office/drawing/2014/main" id="{870ECB79-33FD-4DFC-983E-48841A230FDF}"/>
              </a:ext>
            </a:extLst>
          </p:cNvPr>
          <p:cNvSpPr>
            <a:spLocks xmlns:a="http://schemas.openxmlformats.org/drawingml/2006/main" noGrp="1"/>
          </p:cNvSpPr>
          <p:nvPr/>
        </p:nvSpPr>
        <p:spPr>
          <a:xfrm xmlns:a="http://schemas.openxmlformats.org/drawingml/2006/main">
            <a:off x="30099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deterministic stimulus</a:t>
            </a:r>
          </a:p>
        </p:txBody>
      </p:sp>
      <p:sp>
        <p:nvSpPr>
          <p:cNvPr id="35" name="s34-stage-2">
            <a:extLst xmlns:a="http://schemas.openxmlformats.org/drawingml/2006/main">
              <a:ext uri="{FF2B5EF4-FFF2-40B4-BE49-F238E27FC236}">
                <a16:creationId xmlns:a16="http://schemas.microsoft.com/office/drawing/2014/main" id="{84146C8C-743B-4E08-B815-8924C813955C}"/>
              </a:ext>
            </a:extLst>
          </p:cNvPr>
          <p:cNvSpPr>
            <a:spLocks xmlns:a="http://schemas.openxmlformats.org/drawingml/2006/main" noGrp="1"/>
          </p:cNvSpPr>
          <p:nvPr/>
        </p:nvSpPr>
        <p:spPr>
          <a:xfrm xmlns:a="http://schemas.openxmlformats.org/drawingml/2006/main">
            <a:off x="51054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6" name="s34-stage-title-2">
            <a:extLst xmlns:a="http://schemas.openxmlformats.org/drawingml/2006/main">
              <a:ext uri="{FF2B5EF4-FFF2-40B4-BE49-F238E27FC236}">
                <a16:creationId xmlns:a16="http://schemas.microsoft.com/office/drawing/2014/main" id="{99E4E1B4-9EAF-435F-9F25-C338AF743C25}"/>
              </a:ext>
            </a:extLst>
          </p:cNvPr>
          <p:cNvSpPr>
            <a:spLocks xmlns:a="http://schemas.openxmlformats.org/drawingml/2006/main" noGrp="1"/>
          </p:cNvSpPr>
          <p:nvPr/>
        </p:nvSpPr>
        <p:spPr>
          <a:xfrm xmlns:a="http://schemas.openxmlformats.org/drawingml/2006/main">
            <a:off x="52197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POSTLOAD</a:t>
            </a:r>
          </a:p>
        </p:txBody>
      </p:sp>
      <p:sp>
        <p:nvSpPr>
          <p:cNvPr id="37" name="s34-stage-file-2">
            <a:extLst xmlns:a="http://schemas.openxmlformats.org/drawingml/2006/main">
              <a:ext uri="{FF2B5EF4-FFF2-40B4-BE49-F238E27FC236}">
                <a16:creationId xmlns:a16="http://schemas.microsoft.com/office/drawing/2014/main" id="{D3DD8DA9-B3C0-486C-B295-53339A5820E1}"/>
              </a:ext>
            </a:extLst>
          </p:cNvPr>
          <p:cNvSpPr>
            <a:spLocks xmlns:a="http://schemas.openxmlformats.org/drawingml/2006/main" noGrp="1"/>
          </p:cNvSpPr>
          <p:nvPr/>
        </p:nvSpPr>
        <p:spPr>
          <a:xfrm xmlns:a="http://schemas.openxmlformats.org/drawingml/2006/main">
            <a:off x="52006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postload.m</a:t>
            </a:r>
          </a:p>
        </p:txBody>
      </p:sp>
      <p:sp>
        <p:nvSpPr>
          <p:cNvPr id="38" name="s34-stage-body-2">
            <a:extLst xmlns:a="http://schemas.openxmlformats.org/drawingml/2006/main">
              <a:ext uri="{FF2B5EF4-FFF2-40B4-BE49-F238E27FC236}">
                <a16:creationId xmlns:a16="http://schemas.microsoft.com/office/drawing/2014/main" id="{A3012A61-58A3-4A25-92BE-36C1BEC6B6F1}"/>
              </a:ext>
            </a:extLst>
          </p:cNvPr>
          <p:cNvSpPr>
            <a:spLocks xmlns:a="http://schemas.openxmlformats.org/drawingml/2006/main" noGrp="1"/>
          </p:cNvSpPr>
          <p:nvPr/>
        </p:nvSpPr>
        <p:spPr>
          <a:xfrm xmlns:a="http://schemas.openxmlformats.org/drawingml/2006/main">
            <a:off x="52197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solver • logging configuration</a:t>
            </a:r>
          </a:p>
        </p:txBody>
      </p:sp>
      <p:sp>
        <p:nvSpPr>
          <p:cNvPr id="39" name="s34-stage-3">
            <a:extLst xmlns:a="http://schemas.openxmlformats.org/drawingml/2006/main">
              <a:ext uri="{FF2B5EF4-FFF2-40B4-BE49-F238E27FC236}">
                <a16:creationId xmlns:a16="http://schemas.microsoft.com/office/drawing/2014/main" id="{256E0CA4-3156-4061-92AA-8CE2B3833D41}"/>
              </a:ext>
            </a:extLst>
          </p:cNvPr>
          <p:cNvSpPr>
            <a:spLocks xmlns:a="http://schemas.openxmlformats.org/drawingml/2006/main" noGrp="1"/>
          </p:cNvSpPr>
          <p:nvPr/>
        </p:nvSpPr>
        <p:spPr>
          <a:xfrm xmlns:a="http://schemas.openxmlformats.org/drawingml/2006/main">
            <a:off x="7315200" y="1714500"/>
            <a:ext cx="1828800" cy="1381125"/>
          </a:xfrm>
          <a:prstGeom xmlns:a="http://schemas.openxmlformats.org/drawingml/2006/main" prst="roundRect">
            <a:avLst>
              <a:gd name="adj" fmla="val 8276"/>
            </a:avLst>
          </a:prstGeom>
          <a:solidFill xmlns:a="http://schemas.openxmlformats.org/drawingml/2006/main">
            <a:srgbClr val="E2F4EA"/>
          </a:solidFill>
          <a:ln xmlns:a="http://schemas.openxmlformats.org/drawingml/2006/main" w="14288">
            <a:solidFill>
              <a:srgbClr val="2CA56F"/>
            </a:solidFill>
            <a:prstDash val="solid"/>
          </a:ln>
        </p:spPr>
      </p:sp>
      <p:sp>
        <p:nvSpPr>
          <p:cNvPr id="40" name="s34-stage-title-3">
            <a:extLst xmlns:a="http://schemas.openxmlformats.org/drawingml/2006/main">
              <a:ext uri="{FF2B5EF4-FFF2-40B4-BE49-F238E27FC236}">
                <a16:creationId xmlns:a16="http://schemas.microsoft.com/office/drawing/2014/main" id="{F27E142A-90AE-4B5A-92F1-3B6A9AB0218B}"/>
              </a:ext>
            </a:extLst>
          </p:cNvPr>
          <p:cNvSpPr>
            <a:spLocks xmlns:a="http://schemas.openxmlformats.org/drawingml/2006/main" noGrp="1"/>
          </p:cNvSpPr>
          <p:nvPr/>
        </p:nvSpPr>
        <p:spPr>
          <a:xfrm xmlns:a="http://schemas.openxmlformats.org/drawingml/2006/main">
            <a:off x="74295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CA56F"/>
                </a:solidFill>
                <a:latin typeface="Aptos"/>
                <a:ea typeface="Aptos"/>
                <a:cs typeface="Aptos"/>
              </a:defRPr>
            </a:pPr>
            <a:r>
              <a:rPr sz="1140" b="1">
                <a:solidFill>
                  <a:srgbClr val="2CA56F"/>
                </a:solidFill>
                <a:latin typeface="Aptos"/>
                <a:ea typeface="Aptos"/>
                <a:cs typeface="Aptos"/>
              </a:rPr>
              <a:t>EXECUTE</a:t>
            </a:r>
          </a:p>
        </p:txBody>
      </p:sp>
      <p:sp>
        <p:nvSpPr>
          <p:cNvPr id="41" name="s34-stage-file-3">
            <a:extLst xmlns:a="http://schemas.openxmlformats.org/drawingml/2006/main">
              <a:ext uri="{FF2B5EF4-FFF2-40B4-BE49-F238E27FC236}">
                <a16:creationId xmlns:a16="http://schemas.microsoft.com/office/drawing/2014/main" id="{EF8EAE54-58EE-42EA-8D80-9D25021E174A}"/>
              </a:ext>
            </a:extLst>
          </p:cNvPr>
          <p:cNvSpPr>
            <a:spLocks xmlns:a="http://schemas.openxmlformats.org/drawingml/2006/main" noGrp="1"/>
          </p:cNvSpPr>
          <p:nvPr/>
        </p:nvSpPr>
        <p:spPr>
          <a:xfrm xmlns:a="http://schemas.openxmlformats.org/drawingml/2006/main">
            <a:off x="74104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run_pitch_rate_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limiter_tests.m</a:t>
            </a:r>
          </a:p>
        </p:txBody>
      </p:sp>
      <p:sp>
        <p:nvSpPr>
          <p:cNvPr id="42" name="s34-stage-body-3">
            <a:extLst xmlns:a="http://schemas.openxmlformats.org/drawingml/2006/main">
              <a:ext uri="{FF2B5EF4-FFF2-40B4-BE49-F238E27FC236}">
                <a16:creationId xmlns:a16="http://schemas.microsoft.com/office/drawing/2014/main" id="{9561AFF4-B393-4AF8-BC11-BC478BAEAB6B}"/>
              </a:ext>
            </a:extLst>
          </p:cNvPr>
          <p:cNvSpPr>
            <a:spLocks xmlns:a="http://schemas.openxmlformats.org/drawingml/2006/main" noGrp="1"/>
          </p:cNvSpPr>
          <p:nvPr/>
        </p:nvSpPr>
        <p:spPr>
          <a:xfrm xmlns:a="http://schemas.openxmlformats.org/drawingml/2006/main">
            <a:off x="74295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harness run + visible oracle</a:t>
            </a:r>
          </a:p>
        </p:txBody>
      </p:sp>
      <p:sp>
        <p:nvSpPr>
          <p:cNvPr id="43" name="s34-stage-4">
            <a:extLst xmlns:a="http://schemas.openxmlformats.org/drawingml/2006/main">
              <a:ext uri="{FF2B5EF4-FFF2-40B4-BE49-F238E27FC236}">
                <a16:creationId xmlns:a16="http://schemas.microsoft.com/office/drawing/2014/main" id="{9AFCE74D-CB9A-4F6B-B52E-8D2D2213FF06}"/>
              </a:ext>
            </a:extLst>
          </p:cNvPr>
          <p:cNvSpPr>
            <a:spLocks xmlns:a="http://schemas.openxmlformats.org/drawingml/2006/main" noGrp="1"/>
          </p:cNvSpPr>
          <p:nvPr/>
        </p:nvSpPr>
        <p:spPr>
          <a:xfrm xmlns:a="http://schemas.openxmlformats.org/drawingml/2006/main">
            <a:off x="95250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44" name="s34-stage-title-4">
            <a:extLst xmlns:a="http://schemas.openxmlformats.org/drawingml/2006/main">
              <a:ext uri="{FF2B5EF4-FFF2-40B4-BE49-F238E27FC236}">
                <a16:creationId xmlns:a16="http://schemas.microsoft.com/office/drawing/2014/main" id="{32682F9D-1D8B-4181-80D3-B31FD919B603}"/>
              </a:ext>
            </a:extLst>
          </p:cNvPr>
          <p:cNvSpPr>
            <a:spLocks xmlns:a="http://schemas.openxmlformats.org/drawingml/2006/main" noGrp="1"/>
          </p:cNvSpPr>
          <p:nvPr/>
        </p:nvSpPr>
        <p:spPr>
          <a:xfrm xmlns:a="http://schemas.openxmlformats.org/drawingml/2006/main">
            <a:off x="96393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CLEANUP</a:t>
            </a:r>
          </a:p>
        </p:txBody>
      </p:sp>
      <p:sp>
        <p:nvSpPr>
          <p:cNvPr id="45" name="s34-stage-file-4">
            <a:extLst xmlns:a="http://schemas.openxmlformats.org/drawingml/2006/main">
              <a:ext uri="{FF2B5EF4-FFF2-40B4-BE49-F238E27FC236}">
                <a16:creationId xmlns:a16="http://schemas.microsoft.com/office/drawing/2014/main" id="{BE776F2E-F3A2-4589-B04B-72B01E79F327}"/>
              </a:ext>
            </a:extLst>
          </p:cNvPr>
          <p:cNvSpPr>
            <a:spLocks xmlns:a="http://schemas.openxmlformats.org/drawingml/2006/main" noGrp="1"/>
          </p:cNvSpPr>
          <p:nvPr/>
        </p:nvSpPr>
        <p:spPr>
          <a:xfrm xmlns:a="http://schemas.openxmlformats.org/drawingml/2006/main">
            <a:off x="96202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cleanup.m</a:t>
            </a:r>
          </a:p>
        </p:txBody>
      </p:sp>
      <p:sp>
        <p:nvSpPr>
          <p:cNvPr id="46" name="s34-stage-body-4">
            <a:extLst xmlns:a="http://schemas.openxmlformats.org/drawingml/2006/main">
              <a:ext uri="{FF2B5EF4-FFF2-40B4-BE49-F238E27FC236}">
                <a16:creationId xmlns:a16="http://schemas.microsoft.com/office/drawing/2014/main" id="{1C99E313-1AB2-40B7-B406-185A3000C708}"/>
              </a:ext>
            </a:extLst>
          </p:cNvPr>
          <p:cNvSpPr>
            <a:spLocks xmlns:a="http://schemas.openxmlformats.org/drawingml/2006/main" noGrp="1"/>
          </p:cNvSpPr>
          <p:nvPr/>
        </p:nvSpPr>
        <p:spPr>
          <a:xfrm xmlns:a="http://schemas.openxmlformats.org/drawingml/2006/main">
            <a:off x="96393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release only owned state</a:t>
            </a:r>
          </a:p>
        </p:txBody>
      </p:sp>
      <p:sp>
        <p:nvSpPr>
          <p:cNvPr id="47" name="s34-principle-0">
            <a:extLst xmlns:a="http://schemas.openxmlformats.org/drawingml/2006/main">
              <a:ext uri="{FF2B5EF4-FFF2-40B4-BE49-F238E27FC236}">
                <a16:creationId xmlns:a16="http://schemas.microsoft.com/office/drawing/2014/main" id="{5ECA5762-8B37-4E7E-91C7-8758F8ED2599}"/>
              </a:ext>
            </a:extLst>
          </p:cNvPr>
          <p:cNvSpPr>
            <a:spLocks xmlns:a="http://schemas.openxmlformats.org/drawingml/2006/main" noGrp="1"/>
          </p:cNvSpPr>
          <p:nvPr/>
        </p:nvSpPr>
        <p:spPr>
          <a:xfrm xmlns:a="http://schemas.openxmlformats.org/drawingml/2006/main">
            <a:off x="685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CONTEXT</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Callbacks establish reproducible state.</a:t>
            </a:r>
          </a:p>
        </p:txBody>
      </p:sp>
      <p:sp>
        <p:nvSpPr>
          <p:cNvPr id="48" name="s34-principle-1">
            <a:extLst xmlns:a="http://schemas.openxmlformats.org/drawingml/2006/main">
              <a:ext uri="{FF2B5EF4-FFF2-40B4-BE49-F238E27FC236}">
                <a16:creationId xmlns:a16="http://schemas.microsoft.com/office/drawing/2014/main" id="{3321E1B9-1DD6-4A65-929F-49071314BA3A}"/>
              </a:ext>
            </a:extLst>
          </p:cNvPr>
          <p:cNvSpPr>
            <a:spLocks xmlns:a="http://schemas.openxmlformats.org/drawingml/2006/main" noGrp="1"/>
          </p:cNvSpPr>
          <p:nvPr/>
        </p:nvSpPr>
        <p:spPr>
          <a:xfrm xmlns:a="http://schemas.openxmlformats.org/drawingml/2006/main">
            <a:off x="4305300" y="3600450"/>
            <a:ext cx="3390900" cy="1200150"/>
          </a:xfrm>
          <a:prstGeom xmlns:a="http://schemas.openxmlformats.org/drawingml/2006/main" prst="roundRect">
            <a:avLst>
              <a:gd name="adj" fmla="val 952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ORACLE</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Expected values and pass/fail logic stay in the test driver.</a:t>
            </a:r>
          </a:p>
        </p:txBody>
      </p:sp>
      <p:sp>
        <p:nvSpPr>
          <p:cNvPr id="49" name="s34-principle-2">
            <a:extLst xmlns:a="http://schemas.openxmlformats.org/drawingml/2006/main">
              <a:ext uri="{FF2B5EF4-FFF2-40B4-BE49-F238E27FC236}">
                <a16:creationId xmlns:a16="http://schemas.microsoft.com/office/drawing/2014/main" id="{F0D763B5-54A8-46EF-AEA3-FE4EFECDD9D2}"/>
              </a:ext>
            </a:extLst>
          </p:cNvPr>
          <p:cNvSpPr>
            <a:spLocks xmlns:a="http://schemas.openxmlformats.org/drawingml/2006/main" noGrp="1"/>
          </p:cNvSpPr>
          <p:nvPr/>
        </p:nvSpPr>
        <p:spPr>
          <a:xfrm xmlns:a="http://schemas.openxmlformats.org/drawingml/2006/main">
            <a:off x="7924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EVIDENCE</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CSV, MAT, HTML, and PNG retain the controlled outcome.</a:t>
            </a:r>
          </a:p>
        </p:txBody>
      </p:sp>
      <p:sp>
        <p:nvSpPr>
          <p:cNvPr id="50" name="s34-repeat">
            <a:extLst xmlns:a="http://schemas.openxmlformats.org/drawingml/2006/main">
              <a:ext uri="{FF2B5EF4-FFF2-40B4-BE49-F238E27FC236}">
                <a16:creationId xmlns:a16="http://schemas.microsoft.com/office/drawing/2014/main" id="{25E600EB-D492-4BF7-9FA2-C0A154BD392D}"/>
              </a:ext>
            </a:extLst>
          </p:cNvPr>
          <p:cNvSpPr>
            <a:spLocks xmlns:a="http://schemas.openxmlformats.org/drawingml/2006/main" noGrp="1"/>
          </p:cNvSpPr>
          <p:nvPr/>
        </p:nvSpPr>
        <p:spPr>
          <a:xfrm xmlns:a="http://schemas.openxmlformats.org/drawingml/2006/main">
            <a:off x="685800" y="5067300"/>
            <a:ext cx="10820400" cy="781050"/>
          </a:xfrm>
          <a:prstGeom xmlns:a="http://schemas.openxmlformats.org/drawingml/2006/main" prst="roundRect">
            <a:avLst>
              <a:gd name="adj" fmla="val 14634"/>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Repeatability rule: prepare → execute → assess → retain → clean up. Dirty learner models are preserved so cleanup does not discard unsaved work.</a:t>
            </a:r>
          </a:p>
        </p:txBody>
      </p:sp>
    </p:spTree>
    <p:extLst>
      <p:ext uri="{BB962C8B-B14F-4D97-AF65-F5344CB8AC3E}">
        <p14:creationId xmlns:p14="http://schemas.microsoft.com/office/powerpoint/2010/main" val="1450052894"/>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35</a:t>
            </a:r>
          </a:p>
        </p:txBody>
      </p:sp>
      <p:sp>
        <p:nvSpPr>
          <p:cNvPr id="17" name="s35-path">
            <a:extLst xmlns:a="http://schemas.openxmlformats.org/drawingml/2006/main">
              <a:ext uri="{FF2B5EF4-FFF2-40B4-BE49-F238E27FC236}">
                <a16:creationId xmlns:a16="http://schemas.microsoft.com/office/drawing/2014/main" id="{3A6611F2-B048-45EB-9CF4-D80DC37D0ECF}"/>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data/FCS_Data.sldd  •  shared by all eight delivered models  •  controlled fixed-step Sample_time = 0.02 s (50 Hz)</a:t>
            </a:r>
          </a:p>
        </p:txBody>
      </p:sp>
      <p:sp>
        <p:nvSpPr>
          <p:cNvPr id="18" name="s35-param-heading">
            <a:extLst xmlns:a="http://schemas.openxmlformats.org/drawingml/2006/main">
              <a:ext uri="{FF2B5EF4-FFF2-40B4-BE49-F238E27FC236}">
                <a16:creationId xmlns:a16="http://schemas.microsoft.com/office/drawing/2014/main" id="{E891095B-CEF8-4D9A-8051-DA9B748BAC3E}"/>
              </a:ext>
            </a:extLst>
          </p:cNvPr>
          <p:cNvSpPr>
            <a:spLocks xmlns:a="http://schemas.openxmlformats.org/drawingml/2006/main" noGrp="1"/>
          </p:cNvSpPr>
          <p:nvPr/>
        </p:nvSpPr>
        <p:spPr>
          <a:xfrm xmlns:a="http://schemas.openxmlformats.org/drawingml/2006/main">
            <a:off x="6858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ILLUSTRATIVE CONTROLLED PARAMETERS</a:t>
            </a:r>
          </a:p>
        </p:txBody>
      </p:sp>
      <p:sp>
        <p:nvSpPr>
          <p:cNvPr id="19" name="s35-bus-heading">
            <a:extLst xmlns:a="http://schemas.openxmlformats.org/drawingml/2006/main">
              <a:ext uri="{FF2B5EF4-FFF2-40B4-BE49-F238E27FC236}">
                <a16:creationId xmlns:a16="http://schemas.microsoft.com/office/drawing/2014/main" id="{B45598B7-AA24-40AA-8DF9-2A11A0F7D6B3}"/>
              </a:ext>
            </a:extLst>
          </p:cNvPr>
          <p:cNvSpPr>
            <a:spLocks xmlns:a="http://schemas.openxmlformats.org/drawingml/2006/main" noGrp="1"/>
          </p:cNvSpPr>
          <p:nvPr/>
        </p:nvSpPr>
        <p:spPr>
          <a:xfrm xmlns:a="http://schemas.openxmlformats.org/drawingml/2006/main">
            <a:off x="62484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FlightControlBus — EXPLICIT INTERFACE CONTRACT</a:t>
            </a:r>
          </a:p>
        </p:txBody>
      </p:sp>
      <p:sp>
        <p:nvSpPr>
          <p:cNvPr id="20" name="s35-param-0">
            <a:extLst xmlns:a="http://schemas.openxmlformats.org/drawingml/2006/main">
              <a:ext uri="{FF2B5EF4-FFF2-40B4-BE49-F238E27FC236}">
                <a16:creationId xmlns:a16="http://schemas.microsoft.com/office/drawing/2014/main" id="{CF4CC462-81BD-4FB3-9D1A-8C8B23D4F9E2}"/>
              </a:ext>
            </a:extLst>
          </p:cNvPr>
          <p:cNvSpPr>
            <a:spLocks xmlns:a="http://schemas.openxmlformats.org/drawingml/2006/main" noGrp="1"/>
          </p:cNvSpPr>
          <p:nvPr/>
        </p:nvSpPr>
        <p:spPr>
          <a:xfrm xmlns:a="http://schemas.openxmlformats.org/drawingml/2006/main">
            <a:off x="685800" y="22669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1" name="s35-param-name-0">
            <a:extLst xmlns:a="http://schemas.openxmlformats.org/drawingml/2006/main">
              <a:ext uri="{FF2B5EF4-FFF2-40B4-BE49-F238E27FC236}">
                <a16:creationId xmlns:a16="http://schemas.microsoft.com/office/drawing/2014/main" id="{BD489A8E-0DCC-40C6-BE90-901E5CEC200A}"/>
              </a:ext>
            </a:extLst>
          </p:cNvPr>
          <p:cNvSpPr>
            <a:spLocks xmlns:a="http://schemas.openxmlformats.org/drawingml/2006/main" noGrp="1"/>
          </p:cNvSpPr>
          <p:nvPr/>
        </p:nvSpPr>
        <p:spPr>
          <a:xfrm xmlns:a="http://schemas.openxmlformats.org/drawingml/2006/main">
            <a:off x="819150" y="23050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Sample_time</a:t>
            </a:r>
          </a:p>
        </p:txBody>
      </p:sp>
      <p:sp>
        <p:nvSpPr>
          <p:cNvPr id="22" name="s35-param-value-0">
            <a:extLst xmlns:a="http://schemas.openxmlformats.org/drawingml/2006/main">
              <a:ext uri="{FF2B5EF4-FFF2-40B4-BE49-F238E27FC236}">
                <a16:creationId xmlns:a16="http://schemas.microsoft.com/office/drawing/2014/main" id="{8BD2267C-F92C-4E27-A2A9-94B09F7B27A0}"/>
              </a:ext>
            </a:extLst>
          </p:cNvPr>
          <p:cNvSpPr>
            <a:spLocks xmlns:a="http://schemas.openxmlformats.org/drawingml/2006/main" noGrp="1"/>
          </p:cNvSpPr>
          <p:nvPr/>
        </p:nvSpPr>
        <p:spPr>
          <a:xfrm xmlns:a="http://schemas.openxmlformats.org/drawingml/2006/main">
            <a:off x="3048000" y="23050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 s</a:t>
            </a:r>
          </a:p>
        </p:txBody>
      </p:sp>
      <p:sp>
        <p:nvSpPr>
          <p:cNvPr id="23" name="s35-param-type-0">
            <a:extLst xmlns:a="http://schemas.openxmlformats.org/drawingml/2006/main">
              <a:ext uri="{FF2B5EF4-FFF2-40B4-BE49-F238E27FC236}">
                <a16:creationId xmlns:a16="http://schemas.microsoft.com/office/drawing/2014/main" id="{2F70D834-EE6F-4A7C-AD83-3783ACC65F5B}"/>
              </a:ext>
            </a:extLst>
          </p:cNvPr>
          <p:cNvSpPr>
            <a:spLocks xmlns:a="http://schemas.openxmlformats.org/drawingml/2006/main" noGrp="1"/>
          </p:cNvSpPr>
          <p:nvPr/>
        </p:nvSpPr>
        <p:spPr>
          <a:xfrm xmlns:a="http://schemas.openxmlformats.org/drawingml/2006/main">
            <a:off x="4762500" y="23050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4" name="s35-param-1">
            <a:extLst xmlns:a="http://schemas.openxmlformats.org/drawingml/2006/main">
              <a:ext uri="{FF2B5EF4-FFF2-40B4-BE49-F238E27FC236}">
                <a16:creationId xmlns:a16="http://schemas.microsoft.com/office/drawing/2014/main" id="{95F6E0F5-E295-4A05-A9BC-6E50739EEDAD}"/>
              </a:ext>
            </a:extLst>
          </p:cNvPr>
          <p:cNvSpPr>
            <a:spLocks xmlns:a="http://schemas.openxmlformats.org/drawingml/2006/main" noGrp="1"/>
          </p:cNvSpPr>
          <p:nvPr/>
        </p:nvSpPr>
        <p:spPr>
          <a:xfrm xmlns:a="http://schemas.openxmlformats.org/drawingml/2006/main">
            <a:off x="685800" y="27813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25" name="s35-param-name-1">
            <a:extLst xmlns:a="http://schemas.openxmlformats.org/drawingml/2006/main">
              <a:ext uri="{FF2B5EF4-FFF2-40B4-BE49-F238E27FC236}">
                <a16:creationId xmlns:a16="http://schemas.microsoft.com/office/drawing/2014/main" id="{9A077507-3434-4162-BF07-B00BAF8DF003}"/>
              </a:ext>
            </a:extLst>
          </p:cNvPr>
          <p:cNvSpPr>
            <a:spLocks xmlns:a="http://schemas.openxmlformats.org/drawingml/2006/main" noGrp="1"/>
          </p:cNvSpPr>
          <p:nvPr/>
        </p:nvSpPr>
        <p:spPr>
          <a:xfrm xmlns:a="http://schemas.openxmlformats.org/drawingml/2006/main">
            <a:off x="819150" y="28194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q_limit_normal</a:t>
            </a:r>
          </a:p>
        </p:txBody>
      </p:sp>
      <p:sp>
        <p:nvSpPr>
          <p:cNvPr id="26" name="s35-param-value-1">
            <a:extLst xmlns:a="http://schemas.openxmlformats.org/drawingml/2006/main">
              <a:ext uri="{FF2B5EF4-FFF2-40B4-BE49-F238E27FC236}">
                <a16:creationId xmlns:a16="http://schemas.microsoft.com/office/drawing/2014/main" id="{93A1A999-F884-443A-A8F5-CD23532B7F12}"/>
              </a:ext>
            </a:extLst>
          </p:cNvPr>
          <p:cNvSpPr>
            <a:spLocks xmlns:a="http://schemas.openxmlformats.org/drawingml/2006/main" noGrp="1"/>
          </p:cNvSpPr>
          <p:nvPr/>
        </p:nvSpPr>
        <p:spPr>
          <a:xfrm xmlns:a="http://schemas.openxmlformats.org/drawingml/2006/main">
            <a:off x="3048000" y="28194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12 deg/s</a:t>
            </a:r>
          </a:p>
        </p:txBody>
      </p:sp>
      <p:sp>
        <p:nvSpPr>
          <p:cNvPr id="27" name="s35-param-type-1">
            <a:extLst xmlns:a="http://schemas.openxmlformats.org/drawingml/2006/main">
              <a:ext uri="{FF2B5EF4-FFF2-40B4-BE49-F238E27FC236}">
                <a16:creationId xmlns:a16="http://schemas.microsoft.com/office/drawing/2014/main" id="{C772B499-B236-4BE9-8E01-0CE71CC11BD2}"/>
              </a:ext>
            </a:extLst>
          </p:cNvPr>
          <p:cNvSpPr>
            <a:spLocks xmlns:a="http://schemas.openxmlformats.org/drawingml/2006/main" noGrp="1"/>
          </p:cNvSpPr>
          <p:nvPr/>
        </p:nvSpPr>
        <p:spPr>
          <a:xfrm xmlns:a="http://schemas.openxmlformats.org/drawingml/2006/main">
            <a:off x="4762500" y="28194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8" name="s35-param-2">
            <a:extLst xmlns:a="http://schemas.openxmlformats.org/drawingml/2006/main">
              <a:ext uri="{FF2B5EF4-FFF2-40B4-BE49-F238E27FC236}">
                <a16:creationId xmlns:a16="http://schemas.microsoft.com/office/drawing/2014/main" id="{6D1EF078-8790-45C6-9D25-1632EEA38B05}"/>
              </a:ext>
            </a:extLst>
          </p:cNvPr>
          <p:cNvSpPr>
            <a:spLocks xmlns:a="http://schemas.openxmlformats.org/drawingml/2006/main" noGrp="1"/>
          </p:cNvSpPr>
          <p:nvPr/>
        </p:nvSpPr>
        <p:spPr>
          <a:xfrm xmlns:a="http://schemas.openxmlformats.org/drawingml/2006/main">
            <a:off x="685800" y="32956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9" name="s35-param-name-2">
            <a:extLst xmlns:a="http://schemas.openxmlformats.org/drawingml/2006/main">
              <a:ext uri="{FF2B5EF4-FFF2-40B4-BE49-F238E27FC236}">
                <a16:creationId xmlns:a16="http://schemas.microsoft.com/office/drawing/2014/main" id="{A4B1245B-242F-4D05-9CBE-DA4B5B0CBFF4}"/>
              </a:ext>
            </a:extLst>
          </p:cNvPr>
          <p:cNvSpPr>
            <a:spLocks xmlns:a="http://schemas.openxmlformats.org/drawingml/2006/main" noGrp="1"/>
          </p:cNvSpPr>
          <p:nvPr/>
        </p:nvSpPr>
        <p:spPr>
          <a:xfrm xmlns:a="http://schemas.openxmlformats.org/drawingml/2006/main">
            <a:off x="819150" y="3333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pitch_Kp</a:t>
            </a:r>
          </a:p>
        </p:txBody>
      </p:sp>
      <p:sp>
        <p:nvSpPr>
          <p:cNvPr id="30" name="s35-param-value-2">
            <a:extLst xmlns:a="http://schemas.openxmlformats.org/drawingml/2006/main">
              <a:ext uri="{FF2B5EF4-FFF2-40B4-BE49-F238E27FC236}">
                <a16:creationId xmlns:a16="http://schemas.microsoft.com/office/drawing/2014/main" id="{CD4041DE-DCFB-4FC0-B358-99793690EE32}"/>
              </a:ext>
            </a:extLst>
          </p:cNvPr>
          <p:cNvSpPr>
            <a:spLocks xmlns:a="http://schemas.openxmlformats.org/drawingml/2006/main" noGrp="1"/>
          </p:cNvSpPr>
          <p:nvPr/>
        </p:nvSpPr>
        <p:spPr>
          <a:xfrm xmlns:a="http://schemas.openxmlformats.org/drawingml/2006/main">
            <a:off x="3048000" y="33337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0.60</a:t>
            </a:r>
          </a:p>
        </p:txBody>
      </p:sp>
      <p:sp>
        <p:nvSpPr>
          <p:cNvPr id="31" name="s35-param-type-2">
            <a:extLst xmlns:a="http://schemas.openxmlformats.org/drawingml/2006/main">
              <a:ext uri="{FF2B5EF4-FFF2-40B4-BE49-F238E27FC236}">
                <a16:creationId xmlns:a16="http://schemas.microsoft.com/office/drawing/2014/main" id="{5C1E0DD0-CA37-48C9-A89E-C9A5C4BA9B17}"/>
              </a:ext>
            </a:extLst>
          </p:cNvPr>
          <p:cNvSpPr>
            <a:spLocks xmlns:a="http://schemas.openxmlformats.org/drawingml/2006/main" noGrp="1"/>
          </p:cNvSpPr>
          <p:nvPr/>
        </p:nvSpPr>
        <p:spPr>
          <a:xfrm xmlns:a="http://schemas.openxmlformats.org/drawingml/2006/main">
            <a:off x="4762500" y="33337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2" name="s35-param-3">
            <a:extLst xmlns:a="http://schemas.openxmlformats.org/drawingml/2006/main">
              <a:ext uri="{FF2B5EF4-FFF2-40B4-BE49-F238E27FC236}">
                <a16:creationId xmlns:a16="http://schemas.microsoft.com/office/drawing/2014/main" id="{1D086A47-58CA-47D8-AC2F-DA58F0728A58}"/>
              </a:ext>
            </a:extLst>
          </p:cNvPr>
          <p:cNvSpPr>
            <a:spLocks xmlns:a="http://schemas.openxmlformats.org/drawingml/2006/main" noGrp="1"/>
          </p:cNvSpPr>
          <p:nvPr/>
        </p:nvSpPr>
        <p:spPr>
          <a:xfrm xmlns:a="http://schemas.openxmlformats.org/drawingml/2006/main">
            <a:off x="685800" y="38100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33" name="s35-param-name-3">
            <a:extLst xmlns:a="http://schemas.openxmlformats.org/drawingml/2006/main">
              <a:ext uri="{FF2B5EF4-FFF2-40B4-BE49-F238E27FC236}">
                <a16:creationId xmlns:a16="http://schemas.microsoft.com/office/drawing/2014/main" id="{A72168E7-535E-4AA7-8207-CBFD3AE1560E}"/>
              </a:ext>
            </a:extLst>
          </p:cNvPr>
          <p:cNvSpPr>
            <a:spLocks xmlns:a="http://schemas.openxmlformats.org/drawingml/2006/main" noGrp="1"/>
          </p:cNvSpPr>
          <p:nvPr/>
        </p:nvSpPr>
        <p:spPr>
          <a:xfrm xmlns:a="http://schemas.openxmlformats.org/drawingml/2006/main">
            <a:off x="819150" y="38481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pitch_Ki</a:t>
            </a:r>
          </a:p>
        </p:txBody>
      </p:sp>
      <p:sp>
        <p:nvSpPr>
          <p:cNvPr id="34" name="s35-param-value-3">
            <a:extLst xmlns:a="http://schemas.openxmlformats.org/drawingml/2006/main">
              <a:ext uri="{FF2B5EF4-FFF2-40B4-BE49-F238E27FC236}">
                <a16:creationId xmlns:a16="http://schemas.microsoft.com/office/drawing/2014/main" id="{D36363ED-3DA3-49A2-9A1A-859774D1F779}"/>
              </a:ext>
            </a:extLst>
          </p:cNvPr>
          <p:cNvSpPr>
            <a:spLocks xmlns:a="http://schemas.openxmlformats.org/drawingml/2006/main" noGrp="1"/>
          </p:cNvSpPr>
          <p:nvPr/>
        </p:nvSpPr>
        <p:spPr>
          <a:xfrm xmlns:a="http://schemas.openxmlformats.org/drawingml/2006/main">
            <a:off x="3048000" y="38481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0.025 1/s</a:t>
            </a:r>
          </a:p>
        </p:txBody>
      </p:sp>
      <p:sp>
        <p:nvSpPr>
          <p:cNvPr id="35" name="s35-param-type-3">
            <a:extLst xmlns:a="http://schemas.openxmlformats.org/drawingml/2006/main">
              <a:ext uri="{FF2B5EF4-FFF2-40B4-BE49-F238E27FC236}">
                <a16:creationId xmlns:a16="http://schemas.microsoft.com/office/drawing/2014/main" id="{65673B00-80F4-4FB6-ABD0-24316B15F40F}"/>
              </a:ext>
            </a:extLst>
          </p:cNvPr>
          <p:cNvSpPr>
            <a:spLocks xmlns:a="http://schemas.openxmlformats.org/drawingml/2006/main" noGrp="1"/>
          </p:cNvSpPr>
          <p:nvPr/>
        </p:nvSpPr>
        <p:spPr>
          <a:xfrm xmlns:a="http://schemas.openxmlformats.org/drawingml/2006/main">
            <a:off x="4762500" y="38481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6" name="s35-param-4">
            <a:extLst xmlns:a="http://schemas.openxmlformats.org/drawingml/2006/main">
              <a:ext uri="{FF2B5EF4-FFF2-40B4-BE49-F238E27FC236}">
                <a16:creationId xmlns:a16="http://schemas.microsoft.com/office/drawing/2014/main" id="{3CEBB3B4-457D-410B-A9B1-5ABC65BCC0FE}"/>
              </a:ext>
            </a:extLst>
          </p:cNvPr>
          <p:cNvSpPr>
            <a:spLocks xmlns:a="http://schemas.openxmlformats.org/drawingml/2006/main" noGrp="1"/>
          </p:cNvSpPr>
          <p:nvPr/>
        </p:nvSpPr>
        <p:spPr>
          <a:xfrm xmlns:a="http://schemas.openxmlformats.org/drawingml/2006/main">
            <a:off x="685800" y="43243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37" name="s35-param-name-4">
            <a:extLst xmlns:a="http://schemas.openxmlformats.org/drawingml/2006/main">
              <a:ext uri="{FF2B5EF4-FFF2-40B4-BE49-F238E27FC236}">
                <a16:creationId xmlns:a16="http://schemas.microsoft.com/office/drawing/2014/main" id="{76326D0D-9141-432F-810C-4EB3C0F08743}"/>
              </a:ext>
            </a:extLst>
          </p:cNvPr>
          <p:cNvSpPr>
            <a:spLocks xmlns:a="http://schemas.openxmlformats.org/drawingml/2006/main" noGrp="1"/>
          </p:cNvSpPr>
          <p:nvPr/>
        </p:nvSpPr>
        <p:spPr>
          <a:xfrm xmlns:a="http://schemas.openxmlformats.org/drawingml/2006/main">
            <a:off x="819150" y="4362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pitch_rate_Kp</a:t>
            </a:r>
          </a:p>
        </p:txBody>
      </p:sp>
      <p:sp>
        <p:nvSpPr>
          <p:cNvPr id="38" name="s35-param-value-4">
            <a:extLst xmlns:a="http://schemas.openxmlformats.org/drawingml/2006/main">
              <a:ext uri="{FF2B5EF4-FFF2-40B4-BE49-F238E27FC236}">
                <a16:creationId xmlns:a16="http://schemas.microsoft.com/office/drawing/2014/main" id="{7626062B-B7E9-49A4-B81A-9E08214F7EBB}"/>
              </a:ext>
            </a:extLst>
          </p:cNvPr>
          <p:cNvSpPr>
            <a:spLocks xmlns:a="http://schemas.openxmlformats.org/drawingml/2006/main" noGrp="1"/>
          </p:cNvSpPr>
          <p:nvPr/>
        </p:nvSpPr>
        <p:spPr>
          <a:xfrm xmlns:a="http://schemas.openxmlformats.org/drawingml/2006/main">
            <a:off x="3048000" y="43624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0.30 s</a:t>
            </a:r>
          </a:p>
        </p:txBody>
      </p:sp>
      <p:sp>
        <p:nvSpPr>
          <p:cNvPr id="39" name="s35-param-type-4">
            <a:extLst xmlns:a="http://schemas.openxmlformats.org/drawingml/2006/main">
              <a:ext uri="{FF2B5EF4-FFF2-40B4-BE49-F238E27FC236}">
                <a16:creationId xmlns:a16="http://schemas.microsoft.com/office/drawing/2014/main" id="{E0AB59EB-34AA-499B-AC20-885563BC7B87}"/>
              </a:ext>
            </a:extLst>
          </p:cNvPr>
          <p:cNvSpPr>
            <a:spLocks xmlns:a="http://schemas.openxmlformats.org/drawingml/2006/main" noGrp="1"/>
          </p:cNvSpPr>
          <p:nvPr/>
        </p:nvSpPr>
        <p:spPr>
          <a:xfrm xmlns:a="http://schemas.openxmlformats.org/drawingml/2006/main">
            <a:off x="4762500" y="4362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0" name="s35-param-5">
            <a:extLst xmlns:a="http://schemas.openxmlformats.org/drawingml/2006/main">
              <a:ext uri="{FF2B5EF4-FFF2-40B4-BE49-F238E27FC236}">
                <a16:creationId xmlns:a16="http://schemas.microsoft.com/office/drawing/2014/main" id="{E6BD3B59-CF04-4355-A204-D1C2CDCA7320}"/>
              </a:ext>
            </a:extLst>
          </p:cNvPr>
          <p:cNvSpPr>
            <a:spLocks xmlns:a="http://schemas.openxmlformats.org/drawingml/2006/main" noGrp="1"/>
          </p:cNvSpPr>
          <p:nvPr/>
        </p:nvSpPr>
        <p:spPr>
          <a:xfrm xmlns:a="http://schemas.openxmlformats.org/drawingml/2006/main">
            <a:off x="685800" y="48387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41" name="s35-param-name-5">
            <a:extLst xmlns:a="http://schemas.openxmlformats.org/drawingml/2006/main">
              <a:ext uri="{FF2B5EF4-FFF2-40B4-BE49-F238E27FC236}">
                <a16:creationId xmlns:a16="http://schemas.microsoft.com/office/drawing/2014/main" id="{6AAB9C5D-7A98-4D0F-BB68-13A68C73C425}"/>
              </a:ext>
            </a:extLst>
          </p:cNvPr>
          <p:cNvSpPr>
            <a:spLocks xmlns:a="http://schemas.openxmlformats.org/drawingml/2006/main" noGrp="1"/>
          </p:cNvSpPr>
          <p:nvPr/>
        </p:nvSpPr>
        <p:spPr>
          <a:xfrm xmlns:a="http://schemas.openxmlformats.org/drawingml/2006/main">
            <a:off x="819150" y="4876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pitch_rate_Ki</a:t>
            </a:r>
          </a:p>
        </p:txBody>
      </p:sp>
      <p:sp>
        <p:nvSpPr>
          <p:cNvPr id="42" name="s35-param-value-5">
            <a:extLst xmlns:a="http://schemas.openxmlformats.org/drawingml/2006/main">
              <a:ext uri="{FF2B5EF4-FFF2-40B4-BE49-F238E27FC236}">
                <a16:creationId xmlns:a16="http://schemas.microsoft.com/office/drawing/2014/main" id="{9DBEC7B7-BFA9-44D4-B1E4-C5D2648E6499}"/>
              </a:ext>
            </a:extLst>
          </p:cNvPr>
          <p:cNvSpPr>
            <a:spLocks xmlns:a="http://schemas.openxmlformats.org/drawingml/2006/main" noGrp="1"/>
          </p:cNvSpPr>
          <p:nvPr/>
        </p:nvSpPr>
        <p:spPr>
          <a:xfrm xmlns:a="http://schemas.openxmlformats.org/drawingml/2006/main">
            <a:off x="3048000" y="48768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0.20</a:t>
            </a:r>
          </a:p>
        </p:txBody>
      </p:sp>
      <p:sp>
        <p:nvSpPr>
          <p:cNvPr id="43" name="s35-param-type-5">
            <a:extLst xmlns:a="http://schemas.openxmlformats.org/drawingml/2006/main">
              <a:ext uri="{FF2B5EF4-FFF2-40B4-BE49-F238E27FC236}">
                <a16:creationId xmlns:a16="http://schemas.microsoft.com/office/drawing/2014/main" id="{D3105C8E-BC08-44EB-89A5-E43A987C8473}"/>
              </a:ext>
            </a:extLst>
          </p:cNvPr>
          <p:cNvSpPr>
            <a:spLocks xmlns:a="http://schemas.openxmlformats.org/drawingml/2006/main" noGrp="1"/>
          </p:cNvSpPr>
          <p:nvPr/>
        </p:nvSpPr>
        <p:spPr>
          <a:xfrm xmlns:a="http://schemas.openxmlformats.org/drawingml/2006/main">
            <a:off x="4762500" y="48768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4" name="s35-bus-0">
            <a:extLst xmlns:a="http://schemas.openxmlformats.org/drawingml/2006/main">
              <a:ext uri="{FF2B5EF4-FFF2-40B4-BE49-F238E27FC236}">
                <a16:creationId xmlns:a16="http://schemas.microsoft.com/office/drawing/2014/main" id="{18290F3F-A78F-4C39-AB10-F9E58EF4400B}"/>
              </a:ext>
            </a:extLst>
          </p:cNvPr>
          <p:cNvSpPr>
            <a:spLocks xmlns:a="http://schemas.openxmlformats.org/drawingml/2006/main" noGrp="1"/>
          </p:cNvSpPr>
          <p:nvPr/>
        </p:nvSpPr>
        <p:spPr>
          <a:xfrm xmlns:a="http://schemas.openxmlformats.org/drawingml/2006/main">
            <a:off x="6248400" y="22669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45" name="s35-bus-name-0">
            <a:extLst xmlns:a="http://schemas.openxmlformats.org/drawingml/2006/main">
              <a:ext uri="{FF2B5EF4-FFF2-40B4-BE49-F238E27FC236}">
                <a16:creationId xmlns:a16="http://schemas.microsoft.com/office/drawing/2014/main" id="{EEBA10EA-7EE9-4F3B-B57F-E17D1744863A}"/>
              </a:ext>
            </a:extLst>
          </p:cNvPr>
          <p:cNvSpPr>
            <a:spLocks xmlns:a="http://schemas.openxmlformats.org/drawingml/2006/main" noGrp="1"/>
          </p:cNvSpPr>
          <p:nvPr/>
        </p:nvSpPr>
        <p:spPr>
          <a:xfrm xmlns:a="http://schemas.openxmlformats.org/drawingml/2006/main">
            <a:off x="6381750" y="23050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q_rate</a:t>
            </a:r>
          </a:p>
        </p:txBody>
      </p:sp>
      <p:sp>
        <p:nvSpPr>
          <p:cNvPr id="46" name="s35-bus-meta-0">
            <a:extLst xmlns:a="http://schemas.openxmlformats.org/drawingml/2006/main">
              <a:ext uri="{FF2B5EF4-FFF2-40B4-BE49-F238E27FC236}">
                <a16:creationId xmlns:a16="http://schemas.microsoft.com/office/drawing/2014/main" id="{9BCD1BD0-BABF-4B67-A8F9-4BF2AC324A06}"/>
              </a:ext>
            </a:extLst>
          </p:cNvPr>
          <p:cNvSpPr>
            <a:spLocks xmlns:a="http://schemas.openxmlformats.org/drawingml/2006/main" noGrp="1"/>
          </p:cNvSpPr>
          <p:nvPr/>
        </p:nvSpPr>
        <p:spPr>
          <a:xfrm xmlns:a="http://schemas.openxmlformats.org/drawingml/2006/main">
            <a:off x="7896225" y="23050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deg/s</a:t>
            </a:r>
          </a:p>
        </p:txBody>
      </p:sp>
      <p:sp>
        <p:nvSpPr>
          <p:cNvPr id="47" name="s35-bus-desc-0">
            <a:extLst xmlns:a="http://schemas.openxmlformats.org/drawingml/2006/main">
              <a:ext uri="{FF2B5EF4-FFF2-40B4-BE49-F238E27FC236}">
                <a16:creationId xmlns:a16="http://schemas.microsoft.com/office/drawing/2014/main" id="{E9C9EC00-EF2E-482B-AA5A-A3C6AF2DB7C2}"/>
              </a:ext>
            </a:extLst>
          </p:cNvPr>
          <p:cNvSpPr>
            <a:spLocks xmlns:a="http://schemas.openxmlformats.org/drawingml/2006/main" noGrp="1"/>
          </p:cNvSpPr>
          <p:nvPr/>
        </p:nvSpPr>
        <p:spPr>
          <a:xfrm xmlns:a="http://schemas.openxmlformats.org/drawingml/2006/main">
            <a:off x="6381750" y="2533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rate</a:t>
            </a:r>
          </a:p>
        </p:txBody>
      </p:sp>
      <p:sp>
        <p:nvSpPr>
          <p:cNvPr id="48" name="s35-bus-1">
            <a:extLst xmlns:a="http://schemas.openxmlformats.org/drawingml/2006/main">
              <a:ext uri="{FF2B5EF4-FFF2-40B4-BE49-F238E27FC236}">
                <a16:creationId xmlns:a16="http://schemas.microsoft.com/office/drawing/2014/main" id="{68342C14-3A88-42B6-901D-4ED12B4663D5}"/>
              </a:ext>
            </a:extLst>
          </p:cNvPr>
          <p:cNvSpPr>
            <a:spLocks xmlns:a="http://schemas.openxmlformats.org/drawingml/2006/main" noGrp="1"/>
          </p:cNvSpPr>
          <p:nvPr/>
        </p:nvSpPr>
        <p:spPr>
          <a:xfrm xmlns:a="http://schemas.openxmlformats.org/drawingml/2006/main">
            <a:off x="6248400" y="288607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49" name="s35-bus-name-1">
            <a:extLst xmlns:a="http://schemas.openxmlformats.org/drawingml/2006/main">
              <a:ext uri="{FF2B5EF4-FFF2-40B4-BE49-F238E27FC236}">
                <a16:creationId xmlns:a16="http://schemas.microsoft.com/office/drawing/2014/main" id="{AA4FECE6-1284-41DF-AD57-AEFC311FFEFC}"/>
              </a:ext>
            </a:extLst>
          </p:cNvPr>
          <p:cNvSpPr>
            <a:spLocks xmlns:a="http://schemas.openxmlformats.org/drawingml/2006/main" noGrp="1"/>
          </p:cNvSpPr>
          <p:nvPr/>
        </p:nvSpPr>
        <p:spPr>
          <a:xfrm xmlns:a="http://schemas.openxmlformats.org/drawingml/2006/main">
            <a:off x="6381750" y="29241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pitch_angle</a:t>
            </a:r>
          </a:p>
        </p:txBody>
      </p:sp>
      <p:sp>
        <p:nvSpPr>
          <p:cNvPr id="50" name="s35-bus-meta-1">
            <a:extLst xmlns:a="http://schemas.openxmlformats.org/drawingml/2006/main">
              <a:ext uri="{FF2B5EF4-FFF2-40B4-BE49-F238E27FC236}">
                <a16:creationId xmlns:a16="http://schemas.microsoft.com/office/drawing/2014/main" id="{5C0F6D64-F17D-4ABD-AA7C-806D8BD82386}"/>
              </a:ext>
            </a:extLst>
          </p:cNvPr>
          <p:cNvSpPr>
            <a:spLocks xmlns:a="http://schemas.openxmlformats.org/drawingml/2006/main" noGrp="1"/>
          </p:cNvSpPr>
          <p:nvPr/>
        </p:nvSpPr>
        <p:spPr>
          <a:xfrm xmlns:a="http://schemas.openxmlformats.org/drawingml/2006/main">
            <a:off x="7896225" y="2924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a:t>
            </a:r>
          </a:p>
        </p:txBody>
      </p:sp>
      <p:sp>
        <p:nvSpPr>
          <p:cNvPr id="51" name="s35-bus-desc-1">
            <a:extLst xmlns:a="http://schemas.openxmlformats.org/drawingml/2006/main">
              <a:ext uri="{FF2B5EF4-FFF2-40B4-BE49-F238E27FC236}">
                <a16:creationId xmlns:a16="http://schemas.microsoft.com/office/drawing/2014/main" id="{C9B9DFF4-AF25-4D45-AEF4-A5077E97486B}"/>
              </a:ext>
            </a:extLst>
          </p:cNvPr>
          <p:cNvSpPr>
            <a:spLocks xmlns:a="http://schemas.openxmlformats.org/drawingml/2006/main" noGrp="1"/>
          </p:cNvSpPr>
          <p:nvPr/>
        </p:nvSpPr>
        <p:spPr>
          <a:xfrm xmlns:a="http://schemas.openxmlformats.org/drawingml/2006/main">
            <a:off x="6381750" y="31527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attitude</a:t>
            </a:r>
          </a:p>
        </p:txBody>
      </p:sp>
      <p:sp>
        <p:nvSpPr>
          <p:cNvPr id="52" name="s35-bus-2">
            <a:extLst xmlns:a="http://schemas.openxmlformats.org/drawingml/2006/main">
              <a:ext uri="{FF2B5EF4-FFF2-40B4-BE49-F238E27FC236}">
                <a16:creationId xmlns:a16="http://schemas.microsoft.com/office/drawing/2014/main" id="{B7CC50DB-4AD9-447F-B6F4-F6701014552D}"/>
              </a:ext>
            </a:extLst>
          </p:cNvPr>
          <p:cNvSpPr>
            <a:spLocks xmlns:a="http://schemas.openxmlformats.org/drawingml/2006/main" noGrp="1"/>
          </p:cNvSpPr>
          <p:nvPr/>
        </p:nvSpPr>
        <p:spPr>
          <a:xfrm xmlns:a="http://schemas.openxmlformats.org/drawingml/2006/main">
            <a:off x="6248400" y="350520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53" name="s35-bus-name-2">
            <a:extLst xmlns:a="http://schemas.openxmlformats.org/drawingml/2006/main">
              <a:ext uri="{FF2B5EF4-FFF2-40B4-BE49-F238E27FC236}">
                <a16:creationId xmlns:a16="http://schemas.microsoft.com/office/drawing/2014/main" id="{751EC5E8-E082-4C6D-9C00-C1CA94CFB1BF}"/>
              </a:ext>
            </a:extLst>
          </p:cNvPr>
          <p:cNvSpPr>
            <a:spLocks xmlns:a="http://schemas.openxmlformats.org/drawingml/2006/main" noGrp="1"/>
          </p:cNvSpPr>
          <p:nvPr/>
        </p:nvSpPr>
        <p:spPr>
          <a:xfrm xmlns:a="http://schemas.openxmlformats.org/drawingml/2006/main">
            <a:off x="6381750" y="3543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mach</a:t>
            </a:r>
          </a:p>
        </p:txBody>
      </p:sp>
      <p:sp>
        <p:nvSpPr>
          <p:cNvPr id="54" name="s35-bus-meta-2">
            <a:extLst xmlns:a="http://schemas.openxmlformats.org/drawingml/2006/main">
              <a:ext uri="{FF2B5EF4-FFF2-40B4-BE49-F238E27FC236}">
                <a16:creationId xmlns:a16="http://schemas.microsoft.com/office/drawing/2014/main" id="{68B8D947-0325-4ECA-9355-C5E2D2AE05E3}"/>
              </a:ext>
            </a:extLst>
          </p:cNvPr>
          <p:cNvSpPr>
            <a:spLocks xmlns:a="http://schemas.openxmlformats.org/drawingml/2006/main" noGrp="1"/>
          </p:cNvSpPr>
          <p:nvPr/>
        </p:nvSpPr>
        <p:spPr>
          <a:xfrm xmlns:a="http://schemas.openxmlformats.org/drawingml/2006/main">
            <a:off x="7896225" y="3543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1</a:t>
            </a:r>
          </a:p>
        </p:txBody>
      </p:sp>
      <p:sp>
        <p:nvSpPr>
          <p:cNvPr id="55" name="s35-bus-desc-2">
            <a:extLst xmlns:a="http://schemas.openxmlformats.org/drawingml/2006/main">
              <a:ext uri="{FF2B5EF4-FFF2-40B4-BE49-F238E27FC236}">
                <a16:creationId xmlns:a16="http://schemas.microsoft.com/office/drawing/2014/main" id="{AA8DF03E-B13B-49CB-85A3-17D65D4E62AE}"/>
              </a:ext>
            </a:extLst>
          </p:cNvPr>
          <p:cNvSpPr>
            <a:spLocks xmlns:a="http://schemas.openxmlformats.org/drawingml/2006/main" noGrp="1"/>
          </p:cNvSpPr>
          <p:nvPr/>
        </p:nvSpPr>
        <p:spPr>
          <a:xfrm xmlns:a="http://schemas.openxmlformats.org/drawingml/2006/main">
            <a:off x="6381750" y="3771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Illustrative Mach number</a:t>
            </a:r>
          </a:p>
        </p:txBody>
      </p:sp>
      <p:sp>
        <p:nvSpPr>
          <p:cNvPr id="56" name="s35-bus-3">
            <a:extLst xmlns:a="http://schemas.openxmlformats.org/drawingml/2006/main">
              <a:ext uri="{FF2B5EF4-FFF2-40B4-BE49-F238E27FC236}">
                <a16:creationId xmlns:a16="http://schemas.microsoft.com/office/drawing/2014/main" id="{520D100B-C964-4FA4-AB3D-4C829301A28A}"/>
              </a:ext>
            </a:extLst>
          </p:cNvPr>
          <p:cNvSpPr>
            <a:spLocks xmlns:a="http://schemas.openxmlformats.org/drawingml/2006/main" noGrp="1"/>
          </p:cNvSpPr>
          <p:nvPr/>
        </p:nvSpPr>
        <p:spPr>
          <a:xfrm xmlns:a="http://schemas.openxmlformats.org/drawingml/2006/main">
            <a:off x="6248400" y="412432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57" name="s35-bus-name-3">
            <a:extLst xmlns:a="http://schemas.openxmlformats.org/drawingml/2006/main">
              <a:ext uri="{FF2B5EF4-FFF2-40B4-BE49-F238E27FC236}">
                <a16:creationId xmlns:a16="http://schemas.microsoft.com/office/drawing/2014/main" id="{99FC99E8-A288-436B-BD16-B3CC9371AC5F}"/>
              </a:ext>
            </a:extLst>
          </p:cNvPr>
          <p:cNvSpPr>
            <a:spLocks xmlns:a="http://schemas.openxmlformats.org/drawingml/2006/main" noGrp="1"/>
          </p:cNvSpPr>
          <p:nvPr/>
        </p:nvSpPr>
        <p:spPr>
          <a:xfrm xmlns:a="http://schemas.openxmlformats.org/drawingml/2006/main">
            <a:off x="6381750" y="41624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air_data_valid</a:t>
            </a:r>
          </a:p>
        </p:txBody>
      </p:sp>
      <p:sp>
        <p:nvSpPr>
          <p:cNvPr id="58" name="s35-bus-meta-3">
            <a:extLst xmlns:a="http://schemas.openxmlformats.org/drawingml/2006/main">
              <a:ext uri="{FF2B5EF4-FFF2-40B4-BE49-F238E27FC236}">
                <a16:creationId xmlns:a16="http://schemas.microsoft.com/office/drawing/2014/main" id="{3489597D-FE42-4CB3-8D73-42FEBAC42E67}"/>
              </a:ext>
            </a:extLst>
          </p:cNvPr>
          <p:cNvSpPr>
            <a:spLocks xmlns:a="http://schemas.openxmlformats.org/drawingml/2006/main" noGrp="1"/>
          </p:cNvSpPr>
          <p:nvPr/>
        </p:nvSpPr>
        <p:spPr>
          <a:xfrm xmlns:a="http://schemas.openxmlformats.org/drawingml/2006/main">
            <a:off x="7896225" y="41624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boolean • 1</a:t>
            </a:r>
          </a:p>
        </p:txBody>
      </p:sp>
      <p:sp>
        <p:nvSpPr>
          <p:cNvPr id="59" name="s35-bus-desc-3">
            <a:extLst xmlns:a="http://schemas.openxmlformats.org/drawingml/2006/main">
              <a:ext uri="{FF2B5EF4-FFF2-40B4-BE49-F238E27FC236}">
                <a16:creationId xmlns:a16="http://schemas.microsoft.com/office/drawing/2014/main" id="{6E1C1701-4D80-499D-BA52-26BD95F29C34}"/>
              </a:ext>
            </a:extLst>
          </p:cNvPr>
          <p:cNvSpPr>
            <a:spLocks xmlns:a="http://schemas.openxmlformats.org/drawingml/2006/main" noGrp="1"/>
          </p:cNvSpPr>
          <p:nvPr/>
        </p:nvSpPr>
        <p:spPr>
          <a:xfrm xmlns:a="http://schemas.openxmlformats.org/drawingml/2006/main">
            <a:off x="6381750" y="43910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Validity flag</a:t>
            </a:r>
          </a:p>
        </p:txBody>
      </p:sp>
      <p:sp>
        <p:nvSpPr>
          <p:cNvPr id="60" name="s35-bus-4">
            <a:extLst xmlns:a="http://schemas.openxmlformats.org/drawingml/2006/main">
              <a:ext uri="{FF2B5EF4-FFF2-40B4-BE49-F238E27FC236}">
                <a16:creationId xmlns:a16="http://schemas.microsoft.com/office/drawing/2014/main" id="{4FA529C5-888B-4540-A725-70B516BA6C34}"/>
              </a:ext>
            </a:extLst>
          </p:cNvPr>
          <p:cNvSpPr>
            <a:spLocks xmlns:a="http://schemas.openxmlformats.org/drawingml/2006/main" noGrp="1"/>
          </p:cNvSpPr>
          <p:nvPr/>
        </p:nvSpPr>
        <p:spPr>
          <a:xfrm xmlns:a="http://schemas.openxmlformats.org/drawingml/2006/main">
            <a:off x="6248400" y="47434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61" name="s35-bus-name-4">
            <a:extLst xmlns:a="http://schemas.openxmlformats.org/drawingml/2006/main">
              <a:ext uri="{FF2B5EF4-FFF2-40B4-BE49-F238E27FC236}">
                <a16:creationId xmlns:a16="http://schemas.microsoft.com/office/drawing/2014/main" id="{7611D67E-E6D7-435D-BAF0-25CB872A8854}"/>
              </a:ext>
            </a:extLst>
          </p:cNvPr>
          <p:cNvSpPr>
            <a:spLocks xmlns:a="http://schemas.openxmlformats.org/drawingml/2006/main" noGrp="1"/>
          </p:cNvSpPr>
          <p:nvPr/>
        </p:nvSpPr>
        <p:spPr>
          <a:xfrm xmlns:a="http://schemas.openxmlformats.org/drawingml/2006/main">
            <a:off x="6381750" y="47815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mode</a:t>
            </a:r>
          </a:p>
        </p:txBody>
      </p:sp>
      <p:sp>
        <p:nvSpPr>
          <p:cNvPr id="62" name="s35-bus-meta-4">
            <a:extLst xmlns:a="http://schemas.openxmlformats.org/drawingml/2006/main">
              <a:ext uri="{FF2B5EF4-FFF2-40B4-BE49-F238E27FC236}">
                <a16:creationId xmlns:a16="http://schemas.microsoft.com/office/drawing/2014/main" id="{3B366A71-08CE-4B3F-BAE7-4C84147BD8A1}"/>
              </a:ext>
            </a:extLst>
          </p:cNvPr>
          <p:cNvSpPr>
            <a:spLocks xmlns:a="http://schemas.openxmlformats.org/drawingml/2006/main" noGrp="1"/>
          </p:cNvSpPr>
          <p:nvPr/>
        </p:nvSpPr>
        <p:spPr>
          <a:xfrm xmlns:a="http://schemas.openxmlformats.org/drawingml/2006/main">
            <a:off x="7896225" y="4781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uint8 • 1</a:t>
            </a:r>
          </a:p>
        </p:txBody>
      </p:sp>
      <p:sp>
        <p:nvSpPr>
          <p:cNvPr id="63" name="s35-bus-desc-4">
            <a:extLst xmlns:a="http://schemas.openxmlformats.org/drawingml/2006/main">
              <a:ext uri="{FF2B5EF4-FFF2-40B4-BE49-F238E27FC236}">
                <a16:creationId xmlns:a16="http://schemas.microsoft.com/office/drawing/2014/main" id="{C1802BCA-7075-46CF-AB6C-2179A6E41560}"/>
              </a:ext>
            </a:extLst>
          </p:cNvPr>
          <p:cNvSpPr>
            <a:spLocks xmlns:a="http://schemas.openxmlformats.org/drawingml/2006/main" noGrp="1"/>
          </p:cNvSpPr>
          <p:nvPr/>
        </p:nvSpPr>
        <p:spPr>
          <a:xfrm xmlns:a="http://schemas.openxmlformats.org/drawingml/2006/main">
            <a:off x="6381750" y="5010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0 OFF • 1 ARMED • 2 ENGAGED • 3 DEGRADED</a:t>
            </a:r>
          </a:p>
        </p:txBody>
      </p:sp>
      <p:sp>
        <p:nvSpPr>
          <p:cNvPr id="64" name="s35-takeaway">
            <a:extLst xmlns:a="http://schemas.openxmlformats.org/drawingml/2006/main">
              <a:ext uri="{FF2B5EF4-FFF2-40B4-BE49-F238E27FC236}">
                <a16:creationId xmlns:a16="http://schemas.microsoft.com/office/drawing/2014/main" id="{26A3611A-5504-49CD-8B79-E0AEE17A951D}"/>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oundRect">
            <a:avLst>
              <a:gd name="adj" fmla="val 21429"/>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Explicit units, types, dimensions, ranges, validity, and ownership make integration predictable—and reviewable.</a:t>
            </a:r>
          </a:p>
        </p:txBody>
      </p:sp>
    </p:spTree>
    <p:extLst>
      <p:ext uri="{BB962C8B-B14F-4D97-AF65-F5344CB8AC3E}">
        <p14:creationId xmlns:p14="http://schemas.microsoft.com/office/powerpoint/2010/main" val="786167458"/>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82"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83"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84"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85"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86"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38</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52"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53"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54"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55"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39</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
        <p:nvSpPr>
          <p:cNvPr id="24" name="s40-card-0">
            <a:extLst xmlns:a="http://schemas.openxmlformats.org/drawingml/2006/main">
              <a:ext uri="{FF2B5EF4-FFF2-40B4-BE49-F238E27FC236}">
                <a16:creationId xmlns:a16="http://schemas.microsoft.com/office/drawing/2014/main" id="{63609224-FF25-4A65-9757-158BA3E1AAC0}"/>
              </a:ext>
            </a:extLst>
          </p:cNvPr>
          <p:cNvSpPr>
            <a:spLocks xmlns:a="http://schemas.openxmlformats.org/drawingml/2006/main" noGrp="1"/>
          </p:cNvSpPr>
          <p:nvPr/>
        </p:nvSpPr>
        <p:spPr>
          <a:xfrm xmlns:a="http://schemas.openxmlformats.org/drawingml/2006/main">
            <a:off x="685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0B7C5"/>
            </a:solidFill>
            <a:prstDash val="solid"/>
          </a:ln>
        </p:spPr>
      </p:sp>
      <p:sp>
        <p:nvSpPr>
          <p:cNvPr id="25" name="s40-value-0">
            <a:extLst xmlns:a="http://schemas.openxmlformats.org/drawingml/2006/main">
              <a:ext uri="{FF2B5EF4-FFF2-40B4-BE49-F238E27FC236}">
                <a16:creationId xmlns:a16="http://schemas.microsoft.com/office/drawing/2014/main" id="{A07E76C4-5D03-49EA-8DC4-CCF13C36D386}"/>
              </a:ext>
            </a:extLst>
          </p:cNvPr>
          <p:cNvSpPr>
            <a:spLocks xmlns:a="http://schemas.openxmlformats.org/drawingml/2006/main" noGrp="1"/>
          </p:cNvSpPr>
          <p:nvPr/>
        </p:nvSpPr>
        <p:spPr>
          <a:xfrm xmlns:a="http://schemas.openxmlformats.org/drawingml/2006/main">
            <a:off x="876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0B7C5"/>
                </a:solidFill>
                <a:latin typeface="Aptos"/>
                <a:ea typeface="Aptos"/>
                <a:cs typeface="Aptos"/>
              </a:defRPr>
            </a:pPr>
            <a:r>
              <a:rPr sz="3600" b="1">
                <a:solidFill>
                  <a:srgbClr val="20B7C5"/>
                </a:solidFill>
                <a:latin typeface="Aptos"/>
                <a:ea typeface="Aptos"/>
                <a:cs typeface="Aptos"/>
              </a:rPr>
              <a:t>8 / 8</a:t>
            </a:r>
          </a:p>
        </p:txBody>
      </p:sp>
      <p:sp>
        <p:nvSpPr>
          <p:cNvPr id="26" name="s40-label-0">
            <a:extLst xmlns:a="http://schemas.openxmlformats.org/drawingml/2006/main">
              <a:ext uri="{FF2B5EF4-FFF2-40B4-BE49-F238E27FC236}">
                <a16:creationId xmlns:a16="http://schemas.microsoft.com/office/drawing/2014/main" id="{7DECE567-741B-42C3-B10D-52EB96B92820}"/>
              </a:ext>
            </a:extLst>
          </p:cNvPr>
          <p:cNvSpPr>
            <a:spLocks xmlns:a="http://schemas.openxmlformats.org/drawingml/2006/main" noGrp="1"/>
          </p:cNvSpPr>
          <p:nvPr/>
        </p:nvSpPr>
        <p:spPr>
          <a:xfrm xmlns:a="http://schemas.openxmlformats.org/drawingml/2006/main">
            <a:off x="876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DELIVERED MODELS</a:t>
            </a:r>
          </a:p>
        </p:txBody>
      </p:sp>
      <p:sp>
        <p:nvSpPr>
          <p:cNvPr id="27" name="s40-sub-0">
            <a:extLst xmlns:a="http://schemas.openxmlformats.org/drawingml/2006/main">
              <a:ext uri="{FF2B5EF4-FFF2-40B4-BE49-F238E27FC236}">
                <a16:creationId xmlns:a16="http://schemas.microsoft.com/office/drawing/2014/main" id="{01DB4ADC-2528-44E5-890C-203A59156E0A}"/>
              </a:ext>
            </a:extLst>
          </p:cNvPr>
          <p:cNvSpPr>
            <a:spLocks xmlns:a="http://schemas.openxmlformats.org/drawingml/2006/main" noGrp="1"/>
          </p:cNvSpPr>
          <p:nvPr/>
        </p:nvSpPr>
        <p:spPr>
          <a:xfrm xmlns:a="http://schemas.openxmlformats.org/drawingml/2006/main">
            <a:off x="876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updated / compiled</a:t>
            </a:r>
          </a:p>
        </p:txBody>
      </p:sp>
      <p:sp>
        <p:nvSpPr>
          <p:cNvPr id="28" name="s40-def-0">
            <a:extLst xmlns:a="http://schemas.openxmlformats.org/drawingml/2006/main">
              <a:ext uri="{FF2B5EF4-FFF2-40B4-BE49-F238E27FC236}">
                <a16:creationId xmlns:a16="http://schemas.microsoft.com/office/drawing/2014/main" id="{76809E68-C541-4EE3-8C31-8AE1D2DA9CCD}"/>
              </a:ext>
            </a:extLst>
          </p:cNvPr>
          <p:cNvSpPr>
            <a:spLocks xmlns:a="http://schemas.openxmlformats.org/drawingml/2006/main" noGrp="1"/>
          </p:cNvSpPr>
          <p:nvPr/>
        </p:nvSpPr>
        <p:spPr>
          <a:xfrm xmlns:a="http://schemas.openxmlformats.org/drawingml/2006/main">
            <a:off x="914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Simulink diagram update succeeded for all eight model files.</a:t>
            </a:r>
          </a:p>
        </p:txBody>
      </p:sp>
      <p:sp>
        <p:nvSpPr>
          <p:cNvPr id="29" name="s40-card-1">
            <a:extLst xmlns:a="http://schemas.openxmlformats.org/drawingml/2006/main">
              <a:ext uri="{FF2B5EF4-FFF2-40B4-BE49-F238E27FC236}">
                <a16:creationId xmlns:a16="http://schemas.microsoft.com/office/drawing/2014/main" id="{433FF65A-7669-45F8-AE2C-1523B224BB89}"/>
              </a:ext>
            </a:extLst>
          </p:cNvPr>
          <p:cNvSpPr>
            <a:spLocks xmlns:a="http://schemas.openxmlformats.org/drawingml/2006/main" noGrp="1"/>
          </p:cNvSpPr>
          <p:nvPr/>
        </p:nvSpPr>
        <p:spPr>
          <a:xfrm xmlns:a="http://schemas.openxmlformats.org/drawingml/2006/main">
            <a:off x="43053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CA56F"/>
            </a:solidFill>
            <a:prstDash val="solid"/>
          </a:ln>
        </p:spPr>
      </p:sp>
      <p:sp>
        <p:nvSpPr>
          <p:cNvPr id="30" name="s40-value-1">
            <a:extLst xmlns:a="http://schemas.openxmlformats.org/drawingml/2006/main">
              <a:ext uri="{FF2B5EF4-FFF2-40B4-BE49-F238E27FC236}">
                <a16:creationId xmlns:a16="http://schemas.microsoft.com/office/drawing/2014/main" id="{B9D6E2BF-93C9-4132-98FD-0728C43AA340}"/>
              </a:ext>
            </a:extLst>
          </p:cNvPr>
          <p:cNvSpPr>
            <a:spLocks xmlns:a="http://schemas.openxmlformats.org/drawingml/2006/main" noGrp="1"/>
          </p:cNvSpPr>
          <p:nvPr/>
        </p:nvSpPr>
        <p:spPr>
          <a:xfrm xmlns:a="http://schemas.openxmlformats.org/drawingml/2006/main">
            <a:off x="44958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CA56F"/>
                </a:solidFill>
                <a:latin typeface="Aptos"/>
                <a:ea typeface="Aptos"/>
                <a:cs typeface="Aptos"/>
              </a:defRPr>
            </a:pPr>
            <a:r>
              <a:rPr sz="3600" b="1">
                <a:solidFill>
                  <a:srgbClr val="2CA56F"/>
                </a:solidFill>
                <a:latin typeface="Aptos"/>
                <a:ea typeface="Aptos"/>
                <a:cs typeface="Aptos"/>
              </a:rPr>
              <a:t>19 / 19</a:t>
            </a:r>
          </a:p>
        </p:txBody>
      </p:sp>
      <p:sp>
        <p:nvSpPr>
          <p:cNvPr id="31" name="s40-label-1">
            <a:extLst xmlns:a="http://schemas.openxmlformats.org/drawingml/2006/main">
              <a:ext uri="{FF2B5EF4-FFF2-40B4-BE49-F238E27FC236}">
                <a16:creationId xmlns:a16="http://schemas.microsoft.com/office/drawing/2014/main" id="{10B2F861-5E0B-4361-8680-199C9F4D4C56}"/>
              </a:ext>
            </a:extLst>
          </p:cNvPr>
          <p:cNvSpPr>
            <a:spLocks xmlns:a="http://schemas.openxmlformats.org/drawingml/2006/main" noGrp="1"/>
          </p:cNvSpPr>
          <p:nvPr/>
        </p:nvSpPr>
        <p:spPr>
          <a:xfrm xmlns:a="http://schemas.openxmlformats.org/drawingml/2006/main">
            <a:off x="44958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LIMITER ASSESSMENTS</a:t>
            </a:r>
          </a:p>
        </p:txBody>
      </p:sp>
      <p:sp>
        <p:nvSpPr>
          <p:cNvPr id="32" name="s40-sub-1">
            <a:extLst xmlns:a="http://schemas.openxmlformats.org/drawingml/2006/main">
              <a:ext uri="{FF2B5EF4-FFF2-40B4-BE49-F238E27FC236}">
                <a16:creationId xmlns:a16="http://schemas.microsoft.com/office/drawing/2014/main" id="{CAAA7CBD-31F8-44A3-A458-49F6007717C6}"/>
              </a:ext>
            </a:extLst>
          </p:cNvPr>
          <p:cNvSpPr>
            <a:spLocks xmlns:a="http://schemas.openxmlformats.org/drawingml/2006/main" noGrp="1"/>
          </p:cNvSpPr>
          <p:nvPr/>
        </p:nvSpPr>
        <p:spPr>
          <a:xfrm xmlns:a="http://schemas.openxmlformats.org/drawingml/2006/main">
            <a:off x="44958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passed • 0 failed</a:t>
            </a:r>
          </a:p>
        </p:txBody>
      </p:sp>
      <p:sp>
        <p:nvSpPr>
          <p:cNvPr id="33" name="s40-def-1">
            <a:extLst xmlns:a="http://schemas.openxmlformats.org/drawingml/2006/main">
              <a:ext uri="{FF2B5EF4-FFF2-40B4-BE49-F238E27FC236}">
                <a16:creationId xmlns:a16="http://schemas.microsoft.com/office/drawing/2014/main" id="{A94DF4CA-72F1-4868-B7BC-E32946C952D3}"/>
              </a:ext>
            </a:extLst>
          </p:cNvPr>
          <p:cNvSpPr>
            <a:spLocks xmlns:a="http://schemas.openxmlformats.org/drawingml/2006/main" noGrp="1"/>
          </p:cNvSpPr>
          <p:nvPr/>
        </p:nvSpPr>
        <p:spPr>
          <a:xfrm xmlns:a="http://schemas.openxmlformats.org/drawingml/2006/main">
            <a:off x="45339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Executable MATLAB assessments using the standalone Simulink harness.</a:t>
            </a:r>
          </a:p>
        </p:txBody>
      </p:sp>
      <p:sp>
        <p:nvSpPr>
          <p:cNvPr id="34" name="s40-card-2">
            <a:extLst xmlns:a="http://schemas.openxmlformats.org/drawingml/2006/main">
              <a:ext uri="{FF2B5EF4-FFF2-40B4-BE49-F238E27FC236}">
                <a16:creationId xmlns:a16="http://schemas.microsoft.com/office/drawing/2014/main" id="{44CC8DD0-D466-4424-BBA8-57405233B6C2}"/>
              </a:ext>
            </a:extLst>
          </p:cNvPr>
          <p:cNvSpPr>
            <a:spLocks xmlns:a="http://schemas.openxmlformats.org/drawingml/2006/main" noGrp="1"/>
          </p:cNvSpPr>
          <p:nvPr/>
        </p:nvSpPr>
        <p:spPr>
          <a:xfrm xmlns:a="http://schemas.openxmlformats.org/drawingml/2006/main">
            <a:off x="7924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D6CDF"/>
            </a:solidFill>
            <a:prstDash val="solid"/>
          </a:ln>
        </p:spPr>
      </p:sp>
      <p:sp>
        <p:nvSpPr>
          <p:cNvPr id="35" name="s40-value-2">
            <a:extLst xmlns:a="http://schemas.openxmlformats.org/drawingml/2006/main">
              <a:ext uri="{FF2B5EF4-FFF2-40B4-BE49-F238E27FC236}">
                <a16:creationId xmlns:a16="http://schemas.microsoft.com/office/drawing/2014/main" id="{7EF28DDF-B039-4E49-A385-B39E58211AC5}"/>
              </a:ext>
            </a:extLst>
          </p:cNvPr>
          <p:cNvSpPr>
            <a:spLocks xmlns:a="http://schemas.openxmlformats.org/drawingml/2006/main" noGrp="1"/>
          </p:cNvSpPr>
          <p:nvPr/>
        </p:nvSpPr>
        <p:spPr>
          <a:xfrm xmlns:a="http://schemas.openxmlformats.org/drawingml/2006/main">
            <a:off x="8115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D6CDF"/>
                </a:solidFill>
                <a:latin typeface="Aptos"/>
                <a:ea typeface="Aptos"/>
                <a:cs typeface="Aptos"/>
              </a:defRPr>
            </a:pPr>
            <a:r>
              <a:rPr sz="3600" b="1">
                <a:solidFill>
                  <a:srgbClr val="2D6CDF"/>
                </a:solidFill>
                <a:latin typeface="Aptos"/>
                <a:ea typeface="Aptos"/>
                <a:cs typeface="Aptos"/>
              </a:rPr>
              <a:t>24 / 24</a:t>
            </a:r>
          </a:p>
        </p:txBody>
      </p:sp>
      <p:sp>
        <p:nvSpPr>
          <p:cNvPr id="36" name="s40-label-2">
            <a:extLst xmlns:a="http://schemas.openxmlformats.org/drawingml/2006/main">
              <a:ext uri="{FF2B5EF4-FFF2-40B4-BE49-F238E27FC236}">
                <a16:creationId xmlns:a16="http://schemas.microsoft.com/office/drawing/2014/main" id="{340AC186-3410-4588-9E30-96A4B46E5EED}"/>
              </a:ext>
            </a:extLst>
          </p:cNvPr>
          <p:cNvSpPr>
            <a:spLocks xmlns:a="http://schemas.openxmlformats.org/drawingml/2006/main" noGrp="1"/>
          </p:cNvSpPr>
          <p:nvPr/>
        </p:nvSpPr>
        <p:spPr>
          <a:xfrm xmlns:a="http://schemas.openxmlformats.org/drawingml/2006/main">
            <a:off x="8115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REQUIRED EXPORTS</a:t>
            </a:r>
          </a:p>
        </p:txBody>
      </p:sp>
      <p:sp>
        <p:nvSpPr>
          <p:cNvPr id="37" name="s40-sub-2">
            <a:extLst xmlns:a="http://schemas.openxmlformats.org/drawingml/2006/main">
              <a:ext uri="{FF2B5EF4-FFF2-40B4-BE49-F238E27FC236}">
                <a16:creationId xmlns:a16="http://schemas.microsoft.com/office/drawing/2014/main" id="{A32C6442-B730-4B22-A769-51181A981F8B}"/>
              </a:ext>
            </a:extLst>
          </p:cNvPr>
          <p:cNvSpPr>
            <a:spLocks xmlns:a="http://schemas.openxmlformats.org/drawingml/2006/main" noGrp="1"/>
          </p:cNvSpPr>
          <p:nvPr/>
        </p:nvSpPr>
        <p:spPr>
          <a:xfrm xmlns:a="http://schemas.openxmlformats.org/drawingml/2006/main">
            <a:off x="8115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present</a:t>
            </a:r>
          </a:p>
        </p:txBody>
      </p:sp>
      <p:sp>
        <p:nvSpPr>
          <p:cNvPr id="38" name="s40-def-2">
            <a:extLst xmlns:a="http://schemas.openxmlformats.org/drawingml/2006/main">
              <a:ext uri="{FF2B5EF4-FFF2-40B4-BE49-F238E27FC236}">
                <a16:creationId xmlns:a16="http://schemas.microsoft.com/office/drawing/2014/main" id="{6C59E417-5366-4CA6-AEC6-0FCF68F1A03E}"/>
              </a:ext>
            </a:extLst>
          </p:cNvPr>
          <p:cNvSpPr>
            <a:spLocks xmlns:a="http://schemas.openxmlformats.org/drawingml/2006/main" noGrp="1"/>
          </p:cNvSpPr>
          <p:nvPr/>
        </p:nvSpPr>
        <p:spPr>
          <a:xfrm xmlns:a="http://schemas.openxmlformats.org/drawingml/2006/main">
            <a:off x="8153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1 HTML report • 21 visual exports • 2 SDI .mldatx artifacts.</a:t>
            </a:r>
          </a:p>
        </p:txBody>
      </p:sp>
      <p:sp>
        <p:nvSpPr>
          <p:cNvPr id="39" name="s40-models">
            <a:extLst xmlns:a="http://schemas.openxmlformats.org/drawingml/2006/main">
              <a:ext uri="{FF2B5EF4-FFF2-40B4-BE49-F238E27FC236}">
                <a16:creationId xmlns:a16="http://schemas.microsoft.com/office/drawing/2014/main" id="{3C153B29-AED7-46D2-8067-04CBB1F6F9EF}"/>
              </a:ext>
            </a:extLst>
          </p:cNvPr>
          <p:cNvSpPr>
            <a:spLocks xmlns:a="http://schemas.openxmlformats.org/drawingml/2006/main" noGrp="1"/>
          </p:cNvSpPr>
          <p:nvPr/>
        </p:nvSpPr>
        <p:spPr>
          <a:xfrm xmlns:a="http://schemas.openxmlformats.org/drawingml/2006/main">
            <a:off x="685800" y="4533900"/>
            <a:ext cx="10820400" cy="990600"/>
          </a:xfrm>
          <a:prstGeom xmlns:a="http://schemas.openxmlformats.org/drawingml/2006/main" prst="roundRect">
            <a:avLst>
              <a:gd name="adj" fmla="val 11538"/>
            </a:avLst>
          </a:prstGeom>
          <a:solidFill xmlns:a="http://schemas.openxmlformats.org/drawingml/2006/main">
            <a:srgbClr val="0C2133"/>
          </a:solidFill>
          <a:ln xmlns:a="http://schemas.openxmlformats.org/drawingml/2006/main" w="12383">
            <a:solidFill>
              <a:srgbClr val="21465E"/>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MODEL SET</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AircraftFeedbackControlLoop • AutopilotModeLogic • ReferencedFlightControlArchitecture • SensorProcessingRef</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PitchRateLimiter • PitchControllerRef • ActuatorCommandRef • PitchRateLimiter_Harness</a:t>
            </a:r>
          </a:p>
        </p:txBody>
      </p:sp>
      <p:sp>
        <p:nvSpPr>
          <p:cNvPr id="40" name="s40-warning">
            <a:extLst xmlns:a="http://schemas.openxmlformats.org/drawingml/2006/main">
              <a:ext uri="{FF2B5EF4-FFF2-40B4-BE49-F238E27FC236}">
                <a16:creationId xmlns:a16="http://schemas.microsoft.com/office/drawing/2014/main" id="{D11B5ADA-2133-4525-9653-E5650079D38D}"/>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70DCE5"/>
                </a:solidFill>
                <a:latin typeface="Aptos"/>
                <a:ea typeface="Aptos"/>
                <a:cs typeface="Aptos"/>
              </a:defRPr>
            </a:pPr>
            <a:r>
              <a:rPr sz="1200" b="1">
                <a:solidFill>
                  <a:srgbClr val="70DCE5"/>
                </a:solidFill>
                <a:latin typeface="Aptos"/>
                <a:ea typeface="Aptos"/>
                <a:cs typeface="Aptos"/>
              </a:rPr>
              <a:t>“Updated” means validation compile/update succeeded; it does not mean eight files were edited.</a:t>
            </a:r>
          </a:p>
        </p:txBody>
      </p:sp>
    </p:spTree>
    <p:extLst>
      <p:ext uri="{BB962C8B-B14F-4D97-AF65-F5344CB8AC3E}">
        <p14:creationId xmlns:p14="http://schemas.microsoft.com/office/powerpoint/2010/main" val="80763658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41</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41</a:t>
            </a:r>
          </a:p>
        </p:txBody>
      </p:sp>
    </p:spTree>
    <p:extLst>
      <p:ext uri="{BB962C8B-B14F-4D97-AF65-F5344CB8AC3E}">
        <p14:creationId xmlns:p14="http://schemas.microsoft.com/office/powerpoint/2010/main" val="140704512"/>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42</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2026-08-27T12:42:33.1300000Z</dcterms:created>
  <dcterms:modified xsi:type="dcterms:W3CDTF">2026-08-27T12:42:33.1300000Z</dcterms:modified>
</coreProperties>
</file>