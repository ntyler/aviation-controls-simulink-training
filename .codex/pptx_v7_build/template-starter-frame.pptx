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d2e15c6ea644b4" /><Relationship Type="http://schemas.openxmlformats.org/officeDocument/2006/relationships/extended-properties" Target="/docProps/app.xml" Id="R98672319360b4b97" /><Relationship Type="http://schemas.openxmlformats.org/officeDocument/2006/relationships/officeDocument" Target="/ppt/presentation.xml" Id="R9a200cad3b764f18" /></Relationships>
</file>

<file path=ppt/presentation.xml><?xml version="1.0" encoding="utf-8"?>
<p:presentation xmlns:p="http://schemas.openxmlformats.org/presentationml/2006/main">
  <p:sldMasterIdLst>
    <p:sldMasterId xmlns:r="http://schemas.openxmlformats.org/officeDocument/2006/relationships" id="2147483648" r:id="Rf7fcdc3e900d4103"/>
  </p:sldMasterIdLst>
  <p:notesMasterIdLst>
    <p:notesMasterId xmlns:r="http://schemas.openxmlformats.org/officeDocument/2006/relationships" r:id="Re1d3102f5d8d4082"/>
  </p:notesMasterIdLst>
  <p:sldIdLst>
    <p:sldId xmlns:r="http://schemas.openxmlformats.org/officeDocument/2006/relationships" id="256" r:id="R9fbdd2d45e9b4d71"/>
    <p:sldId xmlns:r="http://schemas.openxmlformats.org/officeDocument/2006/relationships" id="257" r:id="Rffab6646cdb84224"/>
    <p:sldId xmlns:r="http://schemas.openxmlformats.org/officeDocument/2006/relationships" id="258" r:id="R97f6fd4640da4572"/>
    <p:sldId xmlns:r="http://schemas.openxmlformats.org/officeDocument/2006/relationships" id="259" r:id="Re3fe0881a2594183"/>
    <p:sldId xmlns:r="http://schemas.openxmlformats.org/officeDocument/2006/relationships" id="260" r:id="R8d8d2e87c15049a3"/>
    <p:sldId xmlns:r="http://schemas.openxmlformats.org/officeDocument/2006/relationships" id="261" r:id="Rc0c2e7c917724a04"/>
    <p:sldId xmlns:r="http://schemas.openxmlformats.org/officeDocument/2006/relationships" id="262" r:id="R66ed8a87103f4e8a"/>
    <p:sldId xmlns:r="http://schemas.openxmlformats.org/officeDocument/2006/relationships" id="263" r:id="Rf325c42685f14580"/>
    <p:sldId xmlns:r="http://schemas.openxmlformats.org/officeDocument/2006/relationships" id="264" r:id="R34568bcd92ea4966"/>
    <p:sldId xmlns:r="http://schemas.openxmlformats.org/officeDocument/2006/relationships" id="265" r:id="R47b0312fcdc04801"/>
    <p:sldId xmlns:r="http://schemas.openxmlformats.org/officeDocument/2006/relationships" id="266" r:id="Rb0d4787741d24e78"/>
    <p:sldId xmlns:r="http://schemas.openxmlformats.org/officeDocument/2006/relationships" id="267" r:id="R92cece577f004e16"/>
    <p:sldId xmlns:r="http://schemas.openxmlformats.org/officeDocument/2006/relationships" id="268" r:id="R9bd3a00c81fe4a0d"/>
    <p:sldId xmlns:r="http://schemas.openxmlformats.org/officeDocument/2006/relationships" id="269" r:id="Rff88534fab51456d"/>
    <p:sldId xmlns:r="http://schemas.openxmlformats.org/officeDocument/2006/relationships" id="270" r:id="R2631d96804454230"/>
    <p:sldId xmlns:r="http://schemas.openxmlformats.org/officeDocument/2006/relationships" id="271" r:id="R37e2b85fc61447e6"/>
    <p:sldId xmlns:r="http://schemas.openxmlformats.org/officeDocument/2006/relationships" id="272" r:id="Raa67f87f82d64a1f"/>
    <p:sldId xmlns:r="http://schemas.openxmlformats.org/officeDocument/2006/relationships" id="273" r:id="R6997ada86dc14569"/>
    <p:sldId xmlns:r="http://schemas.openxmlformats.org/officeDocument/2006/relationships" id="274" r:id="R801c0bb2827b4134"/>
    <p:sldId xmlns:r="http://schemas.openxmlformats.org/officeDocument/2006/relationships" id="275" r:id="R5eed6e98c9f84f5e"/>
    <p:sldId xmlns:r="http://schemas.openxmlformats.org/officeDocument/2006/relationships" id="276" r:id="Rdb47287da0cc452d"/>
    <p:sldId xmlns:r="http://schemas.openxmlformats.org/officeDocument/2006/relationships" id="277" r:id="R96366a9d9e3a47f2"/>
    <p:sldId xmlns:r="http://schemas.openxmlformats.org/officeDocument/2006/relationships" id="278" r:id="R90f387054db54101"/>
    <p:sldId xmlns:r="http://schemas.openxmlformats.org/officeDocument/2006/relationships" id="279" r:id="Rbe077429b33e4971"/>
    <p:sldId xmlns:r="http://schemas.openxmlformats.org/officeDocument/2006/relationships" id="280" r:id="R345eb44691b54eb0"/>
    <p:sldId xmlns:r="http://schemas.openxmlformats.org/officeDocument/2006/relationships" id="281" r:id="Rf9ff9ca51ea14cc0"/>
    <p:sldId xmlns:r="http://schemas.openxmlformats.org/officeDocument/2006/relationships" id="282" r:id="Re332adbc989b4c6c"/>
    <p:sldId xmlns:r="http://schemas.openxmlformats.org/officeDocument/2006/relationships" id="283" r:id="R06bff74f50454053"/>
    <p:sldId xmlns:r="http://schemas.openxmlformats.org/officeDocument/2006/relationships" id="284" r:id="R6883b96230924d57"/>
    <p:sldId xmlns:r="http://schemas.openxmlformats.org/officeDocument/2006/relationships" id="285" r:id="Rf381f9d9b7d34da0"/>
    <p:sldId xmlns:r="http://schemas.openxmlformats.org/officeDocument/2006/relationships" id="286" r:id="Rd9f388ee91354c22"/>
    <p:sldId xmlns:r="http://schemas.openxmlformats.org/officeDocument/2006/relationships" id="287" r:id="Rf0becc8ecd014213"/>
    <p:sldId xmlns:r="http://schemas.openxmlformats.org/officeDocument/2006/relationships" id="288" r:id="R986e0774395d4a20"/>
    <p:sldId xmlns:r="http://schemas.openxmlformats.org/officeDocument/2006/relationships" id="289" r:id="Rd796c4847d0f44d1"/>
    <p:sldId xmlns:r="http://schemas.openxmlformats.org/officeDocument/2006/relationships" id="290" r:id="R093d0d22ba5c4db0"/>
    <p:sldId xmlns:r="http://schemas.openxmlformats.org/officeDocument/2006/relationships" id="291" r:id="Ra40ed1e3b0694cc4"/>
    <p:sldId xmlns:r="http://schemas.openxmlformats.org/officeDocument/2006/relationships" id="292" r:id="R2bcecaf804d74aa0"/>
    <p:sldId xmlns:r="http://schemas.openxmlformats.org/officeDocument/2006/relationships" id="293" r:id="R3e8636947df64011"/>
    <p:sldId xmlns:r="http://schemas.openxmlformats.org/officeDocument/2006/relationships" id="294" r:id="R10c995e5fb464f21"/>
    <p:sldId xmlns:r="http://schemas.openxmlformats.org/officeDocument/2006/relationships" id="295" r:id="Rc55d4f8cf658478c"/>
    <p:sldId xmlns:r="http://schemas.openxmlformats.org/officeDocument/2006/relationships" id="296" r:id="R21ea77f7e49641c1"/>
    <p:sldId xmlns:r="http://schemas.openxmlformats.org/officeDocument/2006/relationships" id="297" r:id="Ra146effc3f094187"/>
    <p:sldId xmlns:r="http://schemas.openxmlformats.org/officeDocument/2006/relationships" id="298" r:id="Raf2dd90219664944"/>
    <p:sldId xmlns:r="http://schemas.openxmlformats.org/officeDocument/2006/relationships" id="299" r:id="Ra32e721307d24293"/>
    <p:sldId xmlns:r="http://schemas.openxmlformats.org/officeDocument/2006/relationships" id="300" r:id="Rd10a13f550644ac8"/>
    <p:sldId xmlns:r="http://schemas.openxmlformats.org/officeDocument/2006/relationships" id="301" r:id="R5f69ab0795114403"/>
    <p:sldId xmlns:r="http://schemas.openxmlformats.org/officeDocument/2006/relationships" id="302" r:id="R8fad212710fa44da"/>
    <p:sldId xmlns:r="http://schemas.openxmlformats.org/officeDocument/2006/relationships" id="303" r:id="Ra7f3394a60404d3f"/>
    <p:sldId xmlns:r="http://schemas.openxmlformats.org/officeDocument/2006/relationships" id="304" r:id="R4b7765f0fd3c4c5d"/>
    <p:sldId xmlns:r="http://schemas.openxmlformats.org/officeDocument/2006/relationships" id="305" r:id="Rbc3f24a9830e40f8"/>
    <p:sldId xmlns:r="http://schemas.openxmlformats.org/officeDocument/2006/relationships" id="306" r:id="Re9c2bdb7a9284b9f"/>
    <p:sldId xmlns:r="http://schemas.openxmlformats.org/officeDocument/2006/relationships" id="307" r:id="Re86f0729bfff4096"/>
    <p:sldId xmlns:r="http://schemas.openxmlformats.org/officeDocument/2006/relationships" id="308" r:id="Re5c96e55db3e4de6"/>
    <p:sldId xmlns:r="http://schemas.openxmlformats.org/officeDocument/2006/relationships" id="309" r:id="R88e9c9e7294042ed"/>
    <p:sldId xmlns:r="http://schemas.openxmlformats.org/officeDocument/2006/relationships" id="310" r:id="Rac33962fb2a440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2b94611449544a6" /><Relationship Type="http://schemas.openxmlformats.org/officeDocument/2006/relationships/slideMaster" Target="/ppt/slideMasters/slideMaster1.xml" Id="Rf7fcdc3e900d4103" /><Relationship Type="http://schemas.openxmlformats.org/officeDocument/2006/relationships/notesMaster" Target="/ppt/notesMasters/notesMaster1.xml" Id="Re1d3102f5d8d4082" /><Relationship Type="http://schemas.openxmlformats.org/officeDocument/2006/relationships/presProps" Target="/ppt/presProps.xml" Id="R529b53731b89464c" /><Relationship Type="http://schemas.openxmlformats.org/officeDocument/2006/relationships/viewProps" Target="/ppt/viewProps.xml" Id="R0c38aeb61d954527" /><Relationship Type="http://schemas.openxmlformats.org/officeDocument/2006/relationships/tableStyles" Target="/ppt/tableStyles.xml" Id="R9ef20fb3681f41ec" /><Relationship Type="http://schemas.openxmlformats.org/officeDocument/2006/relationships/slide" Target="/ppt/slides/slide1.xml" Id="R9fbdd2d45e9b4d71" /><Relationship Type="http://schemas.openxmlformats.org/officeDocument/2006/relationships/slide" Target="/ppt/slides/slide2.xml" Id="Rffab6646cdb84224" /><Relationship Type="http://schemas.openxmlformats.org/officeDocument/2006/relationships/slide" Target="/ppt/slides/slide3.xml" Id="R97f6fd4640da4572" /><Relationship Type="http://schemas.openxmlformats.org/officeDocument/2006/relationships/slide" Target="/ppt/slides/slide4.xml" Id="Re3fe0881a2594183" /><Relationship Type="http://schemas.openxmlformats.org/officeDocument/2006/relationships/slide" Target="/ppt/slides/slide5.xml" Id="R8d8d2e87c15049a3" /><Relationship Type="http://schemas.openxmlformats.org/officeDocument/2006/relationships/slide" Target="/ppt/slides/slide6.xml" Id="Rc0c2e7c917724a04" /><Relationship Type="http://schemas.openxmlformats.org/officeDocument/2006/relationships/slide" Target="/ppt/slides/slide7.xml" Id="R66ed8a87103f4e8a" /><Relationship Type="http://schemas.openxmlformats.org/officeDocument/2006/relationships/slide" Target="/ppt/slides/slide8.xml" Id="Rf325c42685f14580" /><Relationship Type="http://schemas.openxmlformats.org/officeDocument/2006/relationships/slide" Target="/ppt/slides/slide9.xml" Id="R34568bcd92ea4966" /><Relationship Type="http://schemas.openxmlformats.org/officeDocument/2006/relationships/slide" Target="/ppt/slides/slide10.xml" Id="R47b0312fcdc04801" /><Relationship Type="http://schemas.openxmlformats.org/officeDocument/2006/relationships/slide" Target="/ppt/slides/slide11.xml" Id="Rb0d4787741d24e78" /><Relationship Type="http://schemas.openxmlformats.org/officeDocument/2006/relationships/slide" Target="/ppt/slides/slide12.xml" Id="R92cece577f004e16" /><Relationship Type="http://schemas.openxmlformats.org/officeDocument/2006/relationships/slide" Target="/ppt/slides/slide13.xml" Id="R9bd3a00c81fe4a0d" /><Relationship Type="http://schemas.openxmlformats.org/officeDocument/2006/relationships/slide" Target="/ppt/slides/slide14.xml" Id="Rff88534fab51456d" /><Relationship Type="http://schemas.openxmlformats.org/officeDocument/2006/relationships/slide" Target="/ppt/slides/slide15.xml" Id="R2631d96804454230" /><Relationship Type="http://schemas.openxmlformats.org/officeDocument/2006/relationships/slide" Target="/ppt/slides/slide16.xml" Id="R37e2b85fc61447e6" /><Relationship Type="http://schemas.openxmlformats.org/officeDocument/2006/relationships/slide" Target="/ppt/slides/slide17.xml" Id="Raa67f87f82d64a1f" /><Relationship Type="http://schemas.openxmlformats.org/officeDocument/2006/relationships/slide" Target="/ppt/slides/slide18.xml" Id="R6997ada86dc14569" /><Relationship Type="http://schemas.openxmlformats.org/officeDocument/2006/relationships/slide" Target="/ppt/slides/slide19.xml" Id="R801c0bb2827b4134" /><Relationship Type="http://schemas.openxmlformats.org/officeDocument/2006/relationships/slide" Target="/ppt/slides/slide20.xml" Id="R5eed6e98c9f84f5e" /><Relationship Type="http://schemas.openxmlformats.org/officeDocument/2006/relationships/slide" Target="/ppt/slides/slide21.xml" Id="Rdb47287da0cc452d" /><Relationship Type="http://schemas.openxmlformats.org/officeDocument/2006/relationships/slide" Target="/ppt/slides/slide22.xml" Id="R96366a9d9e3a47f2" /><Relationship Type="http://schemas.openxmlformats.org/officeDocument/2006/relationships/slide" Target="/ppt/slides/slide23.xml" Id="R90f387054db54101" /><Relationship Type="http://schemas.openxmlformats.org/officeDocument/2006/relationships/slide" Target="/ppt/slides/slide24.xml" Id="Rbe077429b33e4971" /><Relationship Type="http://schemas.openxmlformats.org/officeDocument/2006/relationships/slide" Target="/ppt/slides/slide25.xml" Id="R345eb44691b54eb0" /><Relationship Type="http://schemas.openxmlformats.org/officeDocument/2006/relationships/slide" Target="/ppt/slides/slide26.xml" Id="Rf9ff9ca51ea14cc0" /><Relationship Type="http://schemas.openxmlformats.org/officeDocument/2006/relationships/slide" Target="/ppt/slides/slide27.xml" Id="Re332adbc989b4c6c" /><Relationship Type="http://schemas.openxmlformats.org/officeDocument/2006/relationships/slide" Target="/ppt/slides/slide28.xml" Id="R06bff74f50454053" /><Relationship Type="http://schemas.openxmlformats.org/officeDocument/2006/relationships/slide" Target="/ppt/slides/slide29.xml" Id="R6883b96230924d57" /><Relationship Type="http://schemas.openxmlformats.org/officeDocument/2006/relationships/slide" Target="/ppt/slides/slide30.xml" Id="Rf381f9d9b7d34da0" /><Relationship Type="http://schemas.openxmlformats.org/officeDocument/2006/relationships/slide" Target="/ppt/slides/slide31.xml" Id="Rd9f388ee91354c22" /><Relationship Type="http://schemas.openxmlformats.org/officeDocument/2006/relationships/slide" Target="/ppt/slides/slide32.xml" Id="Rf0becc8ecd014213" /><Relationship Type="http://schemas.openxmlformats.org/officeDocument/2006/relationships/slide" Target="/ppt/slides/slide33.xml" Id="R986e0774395d4a20" /><Relationship Type="http://schemas.openxmlformats.org/officeDocument/2006/relationships/slide" Target="/ppt/slides/slide34.xml" Id="Rd796c4847d0f44d1" /><Relationship Type="http://schemas.openxmlformats.org/officeDocument/2006/relationships/slide" Target="/ppt/slides/slide35.xml" Id="R093d0d22ba5c4db0" /><Relationship Type="http://schemas.openxmlformats.org/officeDocument/2006/relationships/slide" Target="/ppt/slides/slide36.xml" Id="Ra40ed1e3b0694cc4" /><Relationship Type="http://schemas.openxmlformats.org/officeDocument/2006/relationships/slide" Target="/ppt/slides/slide37.xml" Id="R2bcecaf804d74aa0" /><Relationship Type="http://schemas.openxmlformats.org/officeDocument/2006/relationships/slide" Target="/ppt/slides/slide38.xml" Id="R3e8636947df64011" /><Relationship Type="http://schemas.openxmlformats.org/officeDocument/2006/relationships/slide" Target="/ppt/slides/slide39.xml" Id="R10c995e5fb464f21" /><Relationship Type="http://schemas.openxmlformats.org/officeDocument/2006/relationships/slide" Target="/ppt/slides/slide40.xml" Id="Rc55d4f8cf658478c" /><Relationship Type="http://schemas.openxmlformats.org/officeDocument/2006/relationships/slide" Target="/ppt/slides/slide41.xml" Id="R21ea77f7e49641c1" /><Relationship Type="http://schemas.openxmlformats.org/officeDocument/2006/relationships/slide" Target="/ppt/slides/slide42.xml" Id="Ra146effc3f094187" /><Relationship Type="http://schemas.openxmlformats.org/officeDocument/2006/relationships/slide" Target="/ppt/slides/slide43.xml" Id="Raf2dd90219664944" /><Relationship Type="http://schemas.openxmlformats.org/officeDocument/2006/relationships/slide" Target="/ppt/slides/slide44.xml" Id="Ra32e721307d24293" /><Relationship Type="http://schemas.openxmlformats.org/officeDocument/2006/relationships/slide" Target="/ppt/slides/slide45.xml" Id="Rd10a13f550644ac8" /><Relationship Type="http://schemas.openxmlformats.org/officeDocument/2006/relationships/slide" Target="/ppt/slides/slide46.xml" Id="R5f69ab0795114403" /><Relationship Type="http://schemas.openxmlformats.org/officeDocument/2006/relationships/slide" Target="/ppt/slides/slide47.xml" Id="R8fad212710fa44da" /><Relationship Type="http://schemas.openxmlformats.org/officeDocument/2006/relationships/slide" Target="/ppt/slides/slide48.xml" Id="Ra7f3394a60404d3f" /><Relationship Type="http://schemas.openxmlformats.org/officeDocument/2006/relationships/slide" Target="/ppt/slides/slide49.xml" Id="R4b7765f0fd3c4c5d" /><Relationship Type="http://schemas.openxmlformats.org/officeDocument/2006/relationships/slide" Target="/ppt/slides/slide50.xml" Id="Rbc3f24a9830e40f8" /><Relationship Type="http://schemas.openxmlformats.org/officeDocument/2006/relationships/slide" Target="/ppt/slides/slide51.xml" Id="Re9c2bdb7a9284b9f" /><Relationship Type="http://schemas.openxmlformats.org/officeDocument/2006/relationships/slide" Target="/ppt/slides/slide52.xml" Id="Re86f0729bfff4096" /><Relationship Type="http://schemas.openxmlformats.org/officeDocument/2006/relationships/slide" Target="/ppt/slides/slide53.xml" Id="Re5c96e55db3e4de6" /><Relationship Type="http://schemas.openxmlformats.org/officeDocument/2006/relationships/slide" Target="/ppt/slides/slide54.xml" Id="R88e9c9e7294042ed" /><Relationship Type="http://schemas.openxmlformats.org/officeDocument/2006/relationships/slide" Target="/ppt/slides/slide55.xml" Id="Rac33962fb2a440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c99269735741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f6734301b4a58" /><Relationship Type="http://schemas.openxmlformats.org/officeDocument/2006/relationships/notesMaster" Target="/ppt/notesMasters/notesMaster1.xml" Id="Re3a7e1d2f9e940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55a0cb5c124520" /><Relationship Type="http://schemas.openxmlformats.org/officeDocument/2006/relationships/notesMaster" Target="/ppt/notesMasters/notesMaster1.xml" Id="R330f40589df04c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a853f161e14d33" /><Relationship Type="http://schemas.openxmlformats.org/officeDocument/2006/relationships/notesMaster" Target="/ppt/notesMasters/notesMaster1.xml" Id="R49a5fe883c054d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f16196498a4409" /><Relationship Type="http://schemas.openxmlformats.org/officeDocument/2006/relationships/notesMaster" Target="/ppt/notesMasters/notesMaster1.xml" Id="R3a8f97e1d29a44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00de3ba604cbd" /><Relationship Type="http://schemas.openxmlformats.org/officeDocument/2006/relationships/notesMaster" Target="/ppt/notesMasters/notesMaster1.xml" Id="Rdf883100993546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0505fa9a8f4abd" /><Relationship Type="http://schemas.openxmlformats.org/officeDocument/2006/relationships/notesMaster" Target="/ppt/notesMasters/notesMaster1.xml" Id="Rdd34547f7b8943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c28d67373b4aac" /><Relationship Type="http://schemas.openxmlformats.org/officeDocument/2006/relationships/notesMaster" Target="/ppt/notesMasters/notesMaster1.xml" Id="Rbc1b1366f6274e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fdd410c037438f" /><Relationship Type="http://schemas.openxmlformats.org/officeDocument/2006/relationships/notesMaster" Target="/ppt/notesMasters/notesMaster1.xml" Id="R304a3be6f3cf4b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d139ce42234bb1" /><Relationship Type="http://schemas.openxmlformats.org/officeDocument/2006/relationships/notesMaster" Target="/ppt/notesMasters/notesMaster1.xml" Id="R6f0c38f8c0fc4e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ccafde3a034013" /><Relationship Type="http://schemas.openxmlformats.org/officeDocument/2006/relationships/notesMaster" Target="/ppt/notesMasters/notesMaster1.xml" Id="Re1bc06eb746c4f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65c0bf952c475e" /><Relationship Type="http://schemas.openxmlformats.org/officeDocument/2006/relationships/notesMaster" Target="/ppt/notesMasters/notesMaster1.xml" Id="R9f4eb8b003974f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523e4f6af94914" /><Relationship Type="http://schemas.openxmlformats.org/officeDocument/2006/relationships/notesMaster" Target="/ppt/notesMasters/notesMaster1.xml" Id="Rf956c1ef484341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e5ea9b9ca54ca9" /><Relationship Type="http://schemas.openxmlformats.org/officeDocument/2006/relationships/notesMaster" Target="/ppt/notesMasters/notesMaster1.xml" Id="R293e046b4a3145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c983b844cd42ec" /><Relationship Type="http://schemas.openxmlformats.org/officeDocument/2006/relationships/notesMaster" Target="/ppt/notesMasters/notesMaster1.xml" Id="Rdbff4b09a7dd4f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1936bcc29c4fe9" /><Relationship Type="http://schemas.openxmlformats.org/officeDocument/2006/relationships/notesMaster" Target="/ppt/notesMasters/notesMaster1.xml" Id="R727fb8f2440c43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1b411108874bd8" /><Relationship Type="http://schemas.openxmlformats.org/officeDocument/2006/relationships/notesMaster" Target="/ppt/notesMasters/notesMaster1.xml" Id="R090a4bdf9acd45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5d55a1794a4ac1" /><Relationship Type="http://schemas.openxmlformats.org/officeDocument/2006/relationships/notesMaster" Target="/ppt/notesMasters/notesMaster1.xml" Id="Rcd4112e8807647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e8235e5daf4feb" /><Relationship Type="http://schemas.openxmlformats.org/officeDocument/2006/relationships/notesMaster" Target="/ppt/notesMasters/notesMaster1.xml" Id="R32d988e1d8564a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518823a976467f" /><Relationship Type="http://schemas.openxmlformats.org/officeDocument/2006/relationships/notesMaster" Target="/ppt/notesMasters/notesMaster1.xml" Id="Rc8f67f405f264e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35bd4f20d24a69" /><Relationship Type="http://schemas.openxmlformats.org/officeDocument/2006/relationships/notesMaster" Target="/ppt/notesMasters/notesMaster1.xml" Id="R6cbdd6f1f13d425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f650ee93eb43d9" /><Relationship Type="http://schemas.openxmlformats.org/officeDocument/2006/relationships/notesMaster" Target="/ppt/notesMasters/notesMaster1.xml" Id="Rc558e739603744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f12bc821feb4e7f" /><Relationship Type="http://schemas.openxmlformats.org/officeDocument/2006/relationships/notesMaster" Target="/ppt/notesMasters/notesMaster1.xml" Id="R3d624d4b4fd94d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fade36d95b4ebd" /><Relationship Type="http://schemas.openxmlformats.org/officeDocument/2006/relationships/notesMaster" Target="/ppt/notesMasters/notesMaster1.xml" Id="R2d37a21bf18f40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43ba10367e42af" /><Relationship Type="http://schemas.openxmlformats.org/officeDocument/2006/relationships/notesMaster" Target="/ppt/notesMasters/notesMaster1.xml" Id="Rb9eb783b605d49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e33c4470ca40cd" /><Relationship Type="http://schemas.openxmlformats.org/officeDocument/2006/relationships/notesMaster" Target="/ppt/notesMasters/notesMaster1.xml" Id="R91c9e1435d6e48b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e35fdd1aa642eb" /><Relationship Type="http://schemas.openxmlformats.org/officeDocument/2006/relationships/notesMaster" Target="/ppt/notesMasters/notesMaster1.xml" Id="Rd012782a3dde473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0f6788eb4e48c7" /><Relationship Type="http://schemas.openxmlformats.org/officeDocument/2006/relationships/notesMaster" Target="/ppt/notesMasters/notesMaster1.xml" Id="R6beab6b9645f4b9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3ca56c66c5466b" /><Relationship Type="http://schemas.openxmlformats.org/officeDocument/2006/relationships/notesMaster" Target="/ppt/notesMasters/notesMaster1.xml" Id="Radde2170c65e46c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7c1d70879a4ef9" /><Relationship Type="http://schemas.openxmlformats.org/officeDocument/2006/relationships/notesMaster" Target="/ppt/notesMasters/notesMaster1.xml" Id="R436bd78fd4e942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4c88424bec34d11" /><Relationship Type="http://schemas.openxmlformats.org/officeDocument/2006/relationships/notesMaster" Target="/ppt/notesMasters/notesMaster1.xml" Id="R2ecfda9fc8524d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d327efd30e14b09" /><Relationship Type="http://schemas.openxmlformats.org/officeDocument/2006/relationships/notesMaster" Target="/ppt/notesMasters/notesMaster1.xml" Id="R3ab291ef13cd44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42ae9aa2e74d1d" /><Relationship Type="http://schemas.openxmlformats.org/officeDocument/2006/relationships/notesMaster" Target="/ppt/notesMasters/notesMaster1.xml" Id="R8ed9700fb48f45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70712d98da84235" /><Relationship Type="http://schemas.openxmlformats.org/officeDocument/2006/relationships/notesMaster" Target="/ppt/notesMasters/notesMaster1.xml" Id="Rc32c2e5abe98404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bb7b313bdd4d44" /><Relationship Type="http://schemas.openxmlformats.org/officeDocument/2006/relationships/notesMaster" Target="/ppt/notesMasters/notesMaster1.xml" Id="Rf67d167006b043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c242fa35324334" /><Relationship Type="http://schemas.openxmlformats.org/officeDocument/2006/relationships/notesMaster" Target="/ppt/notesMasters/notesMaster1.xml" Id="R61bfe2e4ea30418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6e08ca1a204659" /><Relationship Type="http://schemas.openxmlformats.org/officeDocument/2006/relationships/notesMaster" Target="/ppt/notesMasters/notesMaster1.xml" Id="R94c71fb6f5b64e8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2661f008af4d71" /><Relationship Type="http://schemas.openxmlformats.org/officeDocument/2006/relationships/notesMaster" Target="/ppt/notesMasters/notesMaster1.xml" Id="R7e1c4f4d4b5443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3151375be68425c" /><Relationship Type="http://schemas.openxmlformats.org/officeDocument/2006/relationships/notesMaster" Target="/ppt/notesMasters/notesMaster1.xml" Id="Rc223dc8de2a34c2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d0f7ce4398144d3" /><Relationship Type="http://schemas.openxmlformats.org/officeDocument/2006/relationships/notesMaster" Target="/ppt/notesMasters/notesMaster1.xml" Id="Rcff0720f85dd48f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99422276f0a48ff" /><Relationship Type="http://schemas.openxmlformats.org/officeDocument/2006/relationships/notesMaster" Target="/ppt/notesMasters/notesMaster1.xml" Id="R4ad53b3228e54f1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99ce75770224e4d" /><Relationship Type="http://schemas.openxmlformats.org/officeDocument/2006/relationships/notesMaster" Target="/ppt/notesMasters/notesMaster1.xml" Id="R338d9d273b32420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a09f9f0cf2d432e" /><Relationship Type="http://schemas.openxmlformats.org/officeDocument/2006/relationships/notesMaster" Target="/ppt/notesMasters/notesMaster1.xml" Id="Rc2c4c428080a47c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31239ad32074723" /><Relationship Type="http://schemas.openxmlformats.org/officeDocument/2006/relationships/notesMaster" Target="/ppt/notesMasters/notesMaster1.xml" Id="R03bc13a2b6284c2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665addbb7ba422c" /><Relationship Type="http://schemas.openxmlformats.org/officeDocument/2006/relationships/notesMaster" Target="/ppt/notesMasters/notesMaster1.xml" Id="R48315d6b6eb74f6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5f7d80d865f454c" /><Relationship Type="http://schemas.openxmlformats.org/officeDocument/2006/relationships/notesMaster" Target="/ppt/notesMasters/notesMaster1.xml" Id="R30def49fd15b40e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c07f03e5a644898" /><Relationship Type="http://schemas.openxmlformats.org/officeDocument/2006/relationships/notesMaster" Target="/ppt/notesMasters/notesMaster1.xml" Id="Rc6fc6115eadf49f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8811d40b2b748ad" /><Relationship Type="http://schemas.openxmlformats.org/officeDocument/2006/relationships/notesMaster" Target="/ppt/notesMasters/notesMaster1.xml" Id="Re77bdcfb9d314bd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af5946e5afe43ff" /><Relationship Type="http://schemas.openxmlformats.org/officeDocument/2006/relationships/notesMaster" Target="/ppt/notesMasters/notesMaster1.xml" Id="R37f83dd533b44c8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73caa7c7bf4326" /><Relationship Type="http://schemas.openxmlformats.org/officeDocument/2006/relationships/notesMaster" Target="/ppt/notesMasters/notesMaster1.xml" Id="Rcfbbfa88409f4ac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5487fa175134030" /><Relationship Type="http://schemas.openxmlformats.org/officeDocument/2006/relationships/notesMaster" Target="/ppt/notesMasters/notesMaster1.xml" Id="Rf678368d4d9d4e3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709fcfb42044320" /><Relationship Type="http://schemas.openxmlformats.org/officeDocument/2006/relationships/notesMaster" Target="/ppt/notesMasters/notesMaster1.xml" Id="Rf35927f6943e4fe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00546697dbb4023" /><Relationship Type="http://schemas.openxmlformats.org/officeDocument/2006/relationships/notesMaster" Target="/ppt/notesMasters/notesMaster1.xml" Id="R74fd80f0c4c84bc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fecfaeed9cf42c1" /><Relationship Type="http://schemas.openxmlformats.org/officeDocument/2006/relationships/notesMaster" Target="/ppt/notesMasters/notesMaster1.xml" Id="R1b45e9d0fea64ca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2fbb8a25b5d46e3" /><Relationship Type="http://schemas.openxmlformats.org/officeDocument/2006/relationships/notesMaster" Target="/ppt/notesMasters/notesMaster1.xml" Id="R539404638a64453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1dbc3067c34492c" /><Relationship Type="http://schemas.openxmlformats.org/officeDocument/2006/relationships/notesMaster" Target="/ppt/notesMasters/notesMaster1.xml" Id="R26381652965c49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harness demonstration</a:t>
            </a:r>
          </a:p>
          <a:p xmlns:a="http://schemas.openxmlformats.org/drawingml/2006/main">
            <a:r>
              <a:t/>
            </a:r>
            <a:endParaRPr/>
          </a:p>
          <a:p xmlns:a="http://schemas.openxmlformats.org/drawingml/2006/main">
            <a:r>
              <a:t>Open PitchRateLimiter_Harness and press Ctrl+D before executing the assessment driver. Update Model evaluates parameters, propagates signal attributes and sample times, resolves referenced interfaces, and exposes update-time errors without advancing simulation time. The package validator used the equivalent SimulationCommand update and retained an 8/8 result. Ctrl+B is a separate code-generation build action: use it only after update succeeds and code generation is part of the approved task with the active target and toolchain configured. The repository contains GRT model-reference build intermediates for four child models, but no retained build report or evidence that a particular Ctrl+B action produced them.</a:t>
            </a:r>
          </a:p>
          <a:p xmlns:a="http://schemas.openxmlformats.org/drawingml/2006/main">
            <a:r>
              <a:t/>
            </a:r>
          </a:p>
          <a:p xmlns:a="http://schemas.openxmlformats.org/drawingml/2006/main">
            <a:r>
              <a:t>Caveats</a:t>
            </a:r>
            <a:endParaRPr/>
          </a:p>
          <a:p xmlns:a="http://schemas.openxmlformats.org/drawingml/2006/main">
            <a:r>
              <a:t>- 8/8 means all delivered models accepted update/compile; it does not mean eight files were edited.</a:t>
            </a:r>
          </a:p>
          <a:p xmlns:a="http://schemas.openxmlformats.org/drawingml/2006/main">
            <a:r>
              <a:t>- A build result depends on the active code-generation configuration and toolchain. Generated artifacts are not production-code approval.</a:t>
            </a:r>
          </a:p>
          <a:p xmlns:a="http://schemas.openxmlformats.org/drawingml/2006/main">
            <a:r>
              <a:t>- Simulink Coder is installed; Embedded Coder is unavailable. The retained GRT model-reference files are regeneration by-products, not production airborne software or certification evidence.</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results/model_reference_build/slprj/grt/</a:t>
            </a:r>
          </a:p>
          <a:p xmlns:a="http://schemas.openxmlformats.org/drawingml/2006/main">
            <a:r>
              <a:t>- results/environment_inventory.txt</a:t>
            </a:r>
          </a:p>
          <a:p xmlns:a="http://schemas.openxmlformats.org/drawingml/2006/main">
            <a:r>
              <a:t>- https://www.mathworks.com/help/simulink/ug/using-the-sim-command.html</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project-approved RCF artifact only after the model baseline, allocated system requirements, traceability, executed evidence, findings, and dispositions are complete. The record should identify the baseline and scope, list the requirement and evidence identifiers, identify the independent reviewer and approving authority, document open conditions, and capture the required signatures and dates. Where independence is required,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RCF is a project-defined term here. Do not expand the acronym or invent its authority unless the approved program plan or form defines it.</a:t>
            </a:r>
          </a:p>
          <a:p xmlns:a="http://schemas.openxmlformats.org/drawingml/2006/main">
            <a:r>
              <a:t>- No RCF, independent-review signature, or approval record was supplied in this training package; this slide is an explicit placeholder.</a:t>
            </a:r>
          </a:p>
          <a:p xmlns:a="http://schemas.openxmlformats.org/drawingml/2006/main">
            <a:r>
              <a:t>- Passing MIL assessments, Model Advisor checks, or Polyspace findings are evidence inputs; none is a substitute for the required independent review and authorized acceptance.</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6d8f3ae2cb47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cfea0618f14fb0" /><Relationship Type="http://schemas.openxmlformats.org/officeDocument/2006/relationships/slideLayout" Target="/ppt/slideLayouts/slideLayout1.xml" Id="R691e534e1b29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1e534e1b29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d5e1bf39b44d4a" /><Relationship Type="http://schemas.openxmlformats.org/officeDocument/2006/relationships/notesSlide" Target="/ppt/notesSlides/notesSlide1.xml" Id="R6f5b8e95000b43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722f1f9a5c4b4a" /><Relationship Type="http://schemas.openxmlformats.org/officeDocument/2006/relationships/notesSlide" Target="/ppt/notesSlides/notesSlide2.xml" Id="R74659294f1d64f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d05dc5dc844faf" /><Relationship Type="http://schemas.openxmlformats.org/officeDocument/2006/relationships/notesSlide" Target="/ppt/notesSlides/notesSlide3.xml" Id="Rca64afc7602e45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ada8d16e064569" /><Relationship Type="http://schemas.openxmlformats.org/officeDocument/2006/relationships/notesSlide" Target="/ppt/notesSlides/notesSlide4.xml" Id="R584e0384342545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e272ab354b44bc" /><Relationship Type="http://schemas.openxmlformats.org/officeDocument/2006/relationships/notesSlide" Target="/ppt/notesSlides/notesSlide5.xml" Id="Rbc70091310c647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de6023d89d43b2" /><Relationship Type="http://schemas.openxmlformats.org/officeDocument/2006/relationships/notesSlide" Target="/ppt/notesSlides/notesSlide6.xml" Id="R08b1aed2a08b46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53ef94833945c1" /><Relationship Type="http://schemas.openxmlformats.org/officeDocument/2006/relationships/notesSlide" Target="/ppt/notesSlides/notesSlide7.xml" Id="R3bc9083241fa4f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207b49a2f14cac" /><Relationship Type="http://schemas.openxmlformats.org/officeDocument/2006/relationships/image" Target="/ppt/media/image.jpeg" Id="Ra581b7f9d042425b" /><Relationship Type="http://schemas.openxmlformats.org/officeDocument/2006/relationships/notesSlide" Target="/ppt/notesSlides/notesSlide8.xml" Id="R4a05a59bffe243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8387117813450d" /><Relationship Type="http://schemas.openxmlformats.org/officeDocument/2006/relationships/image" Target="/ppt/media/image.png" Id="R2fab6f535cc04cec" /><Relationship Type="http://schemas.openxmlformats.org/officeDocument/2006/relationships/notesSlide" Target="/ppt/notesSlides/notesSlide9.xml" Id="Rc3bbae9af1c14f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45e0b8150d4499" /><Relationship Type="http://schemas.openxmlformats.org/officeDocument/2006/relationships/image" Target="/ppt/media/image2.png" Id="Rf3720a237139466b" /><Relationship Type="http://schemas.openxmlformats.org/officeDocument/2006/relationships/notesSlide" Target="/ppt/notesSlides/notesSlide10.xml" Id="R9e7c7afedfe347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3fd1773f1c44ad" /><Relationship Type="http://schemas.openxmlformats.org/officeDocument/2006/relationships/image" Target="/ppt/media/image3.png" Id="Ree2c98b428504221" /><Relationship Type="http://schemas.openxmlformats.org/officeDocument/2006/relationships/notesSlide" Target="/ppt/notesSlides/notesSlide11.xml" Id="R854ec64afc314d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c3804cadf9412e" /><Relationship Type="http://schemas.openxmlformats.org/officeDocument/2006/relationships/notesSlide" Target="/ppt/notesSlides/notesSlide12.xml" Id="R6cf4f06fe15c41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d951fd19154953" /><Relationship Type="http://schemas.openxmlformats.org/officeDocument/2006/relationships/notesSlide" Target="/ppt/notesSlides/notesSlide13.xml" Id="Rf23443c029604e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2f25cb7f9a48a3" /><Relationship Type="http://schemas.openxmlformats.org/officeDocument/2006/relationships/notesSlide" Target="/ppt/notesSlides/notesSlide14.xml" Id="Rca0c0327ddae4a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71c0413d984c6a" /><Relationship Type="http://schemas.openxmlformats.org/officeDocument/2006/relationships/image" Target="/ppt/media/image2.jpeg" Id="Rdcef4280681e44a8" /><Relationship Type="http://schemas.openxmlformats.org/officeDocument/2006/relationships/notesSlide" Target="/ppt/notesSlides/notesSlide15.xml" Id="Rb3e7c353f6524f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1dff0dba724de8" /><Relationship Type="http://schemas.openxmlformats.org/officeDocument/2006/relationships/image" Target="/ppt/media/image4.png" Id="R7abcf572d118491e" /><Relationship Type="http://schemas.openxmlformats.org/officeDocument/2006/relationships/notesSlide" Target="/ppt/notesSlides/notesSlide16.xml" Id="R1969d3e737eb4f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8924494d3a4352" /><Relationship Type="http://schemas.openxmlformats.org/officeDocument/2006/relationships/image" Target="/ppt/media/image5.png" Id="R413d3d277f684ec1" /><Relationship Type="http://schemas.openxmlformats.org/officeDocument/2006/relationships/notesSlide" Target="/ppt/notesSlides/notesSlide17.xml" Id="R06eb7c00ac044a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0fa81b48f344a1" /><Relationship Type="http://schemas.openxmlformats.org/officeDocument/2006/relationships/image" Target="/ppt/media/image6.png" Id="R3cef5cc69f0d453a" /><Relationship Type="http://schemas.openxmlformats.org/officeDocument/2006/relationships/notesSlide" Target="/ppt/notesSlides/notesSlide18.xml" Id="R115e4b24fa664d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d6a19031584065" /><Relationship Type="http://schemas.openxmlformats.org/officeDocument/2006/relationships/image" Target="/ppt/media/image7.png" Id="R0c52906378124150" /><Relationship Type="http://schemas.openxmlformats.org/officeDocument/2006/relationships/notesSlide" Target="/ppt/notesSlides/notesSlide19.xml" Id="Rb65508212e934b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699f0955d9d4238" /><Relationship Type="http://schemas.openxmlformats.org/officeDocument/2006/relationships/image" Target="/ppt/media/image8.png" Id="R8aad12d5432a4596" /><Relationship Type="http://schemas.openxmlformats.org/officeDocument/2006/relationships/notesSlide" Target="/ppt/notesSlides/notesSlide20.xml" Id="Rc8ee6603299944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7a4bdb648364ac4" /><Relationship Type="http://schemas.openxmlformats.org/officeDocument/2006/relationships/image" Target="/ppt/media/image3.jpeg" Id="R7398169880a242a8" /><Relationship Type="http://schemas.openxmlformats.org/officeDocument/2006/relationships/notesSlide" Target="/ppt/notesSlides/notesSlide21.xml" Id="Rd61fc6f6b1ae46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f1e4dac587d4b8a" /><Relationship Type="http://schemas.openxmlformats.org/officeDocument/2006/relationships/image" Target="/ppt/media/image4.jpeg" Id="R1362104e09f6473a" /><Relationship Type="http://schemas.openxmlformats.org/officeDocument/2006/relationships/notesSlide" Target="/ppt/notesSlides/notesSlide22.xml" Id="R0aeb048d1bca45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59ed0370d654bd0" /><Relationship Type="http://schemas.openxmlformats.org/officeDocument/2006/relationships/image" Target="/ppt/media/image9.png" Id="Rfca2753c25d54ad2" /><Relationship Type="http://schemas.openxmlformats.org/officeDocument/2006/relationships/notesSlide" Target="/ppt/notesSlides/notesSlide23.xml" Id="Rb09b50ba410640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06a7543add44d10" /><Relationship Type="http://schemas.openxmlformats.org/officeDocument/2006/relationships/image" Target="/ppt/media/image10.png" Id="R1048bf2b7651435b" /><Relationship Type="http://schemas.openxmlformats.org/officeDocument/2006/relationships/notesSlide" Target="/ppt/notesSlides/notesSlide24.xml" Id="R08e3d6f9ffb141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ac1538ad85c4026" /><Relationship Type="http://schemas.openxmlformats.org/officeDocument/2006/relationships/image" Target="/ppt/media/image11.png" Id="R03e07ecaa1834c19" /><Relationship Type="http://schemas.openxmlformats.org/officeDocument/2006/relationships/notesSlide" Target="/ppt/notesSlides/notesSlide25.xml" Id="Rccadfefe230a40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8868b3d9add488f" /><Relationship Type="http://schemas.openxmlformats.org/officeDocument/2006/relationships/image" Target="/ppt/media/image12.png" Id="R723ee0e2c1fd4a36" /><Relationship Type="http://schemas.openxmlformats.org/officeDocument/2006/relationships/notesSlide" Target="/ppt/notesSlides/notesSlide26.xml" Id="R42363e759eb647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5c7bb70621b4b42" /><Relationship Type="http://schemas.openxmlformats.org/officeDocument/2006/relationships/image" Target="/ppt/media/image13.png" Id="Rcbf5a96a0da047f9" /><Relationship Type="http://schemas.openxmlformats.org/officeDocument/2006/relationships/notesSlide" Target="/ppt/notesSlides/notesSlide27.xml" Id="R974082c07e684d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d11702ad6f14144" /><Relationship Type="http://schemas.openxmlformats.org/officeDocument/2006/relationships/image" Target="/ppt/media/image14.png" Id="R3f0b417eb9344a72" /><Relationship Type="http://schemas.openxmlformats.org/officeDocument/2006/relationships/notesSlide" Target="/ppt/notesSlides/notesSlide28.xml" Id="Rdc8745d356d1427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c08171f7f2a40f5" /><Relationship Type="http://schemas.openxmlformats.org/officeDocument/2006/relationships/notesSlide" Target="/ppt/notesSlides/notesSlide29.xml" Id="R69be294361604bf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e72709da6d44915" /><Relationship Type="http://schemas.openxmlformats.org/officeDocument/2006/relationships/notesSlide" Target="/ppt/notesSlides/notesSlide30.xml" Id="R9de76abd7af2442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9457c49a5234bb0" /><Relationship Type="http://schemas.openxmlformats.org/officeDocument/2006/relationships/notesSlide" Target="/ppt/notesSlides/notesSlide31.xml" Id="R8364f2bb2cad4c9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10360727e934da6" /><Relationship Type="http://schemas.openxmlformats.org/officeDocument/2006/relationships/notesSlide" Target="/ppt/notesSlides/notesSlide32.xml" Id="R72e089c5a5bd49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3a7b2529ced44b6" /><Relationship Type="http://schemas.openxmlformats.org/officeDocument/2006/relationships/notesSlide" Target="/ppt/notesSlides/notesSlide33.xml" Id="R951387bbe35542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2c43aa572bf4435" /><Relationship Type="http://schemas.openxmlformats.org/officeDocument/2006/relationships/notesSlide" Target="/ppt/notesSlides/notesSlide34.xml" Id="Rc589a710ec81427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3c5c5a4412d4c12" /><Relationship Type="http://schemas.openxmlformats.org/officeDocument/2006/relationships/notesSlide" Target="/ppt/notesSlides/notesSlide35.xml" Id="Re9533182b2a64b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d07e8c3dd744f24" /><Relationship Type="http://schemas.openxmlformats.org/officeDocument/2006/relationships/notesSlide" Target="/ppt/notesSlides/notesSlide36.xml" Id="Ra26ed0981be2486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e180831d6d4404b" /><Relationship Type="http://schemas.openxmlformats.org/officeDocument/2006/relationships/notesSlide" Target="/ppt/notesSlides/notesSlide37.xml" Id="Rc40448bc8f614a9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3745cb7cc8a4600" /><Relationship Type="http://schemas.openxmlformats.org/officeDocument/2006/relationships/notesSlide" Target="/ppt/notesSlides/notesSlide38.xml" Id="R9e81934290e04e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62e66bf044c4546" /><Relationship Type="http://schemas.openxmlformats.org/officeDocument/2006/relationships/notesSlide" Target="/ppt/notesSlides/notesSlide39.xml" Id="R3b817eb1b471441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9f3a105b55d4005" /><Relationship Type="http://schemas.openxmlformats.org/officeDocument/2006/relationships/notesSlide" Target="/ppt/notesSlides/notesSlide40.xml" Id="Rc11b03e0babd459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e0804726f114acb" /><Relationship Type="http://schemas.openxmlformats.org/officeDocument/2006/relationships/notesSlide" Target="/ppt/notesSlides/notesSlide41.xml" Id="Rf6dbacd55c80447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9f787e37b1745ba" /><Relationship Type="http://schemas.openxmlformats.org/officeDocument/2006/relationships/notesSlide" Target="/ppt/notesSlides/notesSlide42.xml" Id="R51a5e38d379a481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2c984835015459d" /><Relationship Type="http://schemas.openxmlformats.org/officeDocument/2006/relationships/notesSlide" Target="/ppt/notesSlides/notesSlide43.xml" Id="Rb91190c45f57465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08a2bb2a84c4a23" /><Relationship Type="http://schemas.openxmlformats.org/officeDocument/2006/relationships/notesSlide" Target="/ppt/notesSlides/notesSlide44.xml" Id="R959a63ec4a154e5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8ba6f69b74143bd" /><Relationship Type="http://schemas.openxmlformats.org/officeDocument/2006/relationships/notesSlide" Target="/ppt/notesSlides/notesSlide45.xml" Id="R4909af12649b41a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10be47ba09e4521" /><Relationship Type="http://schemas.openxmlformats.org/officeDocument/2006/relationships/notesSlide" Target="/ppt/notesSlides/notesSlide46.xml" Id="Rc4f599eea2c74d5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9c7a31c70cc4884" /><Relationship Type="http://schemas.openxmlformats.org/officeDocument/2006/relationships/notesSlide" Target="/ppt/notesSlides/notesSlide47.xml" Id="Rb893b69c3733453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7d428a0c0b947ec" /><Relationship Type="http://schemas.openxmlformats.org/officeDocument/2006/relationships/notesSlide" Target="/ppt/notesSlides/notesSlide48.xml" Id="Rc0727bbd739144b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a1f0cc9679e48c0" /><Relationship Type="http://schemas.openxmlformats.org/officeDocument/2006/relationships/notesSlide" Target="/ppt/notesSlides/notesSlide49.xml" Id="R0779f6adc67c4ef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ea6c5ddaa2f471c" /><Relationship Type="http://schemas.openxmlformats.org/officeDocument/2006/relationships/notesSlide" Target="/ppt/notesSlides/notesSlide50.xml" Id="R13ab4b96153d4c1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f56ab8405754fcf" /><Relationship Type="http://schemas.openxmlformats.org/officeDocument/2006/relationships/notesSlide" Target="/ppt/notesSlides/notesSlide51.xml" Id="R2e2eccd97a934d1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2b0ae6505e3413f" /><Relationship Type="http://schemas.openxmlformats.org/officeDocument/2006/relationships/notesSlide" Target="/ppt/notesSlides/notesSlide52.xml" Id="R762b0882d0a2444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43c9d6489484610" /><Relationship Type="http://schemas.openxmlformats.org/officeDocument/2006/relationships/notesSlide" Target="/ppt/notesSlides/notesSlide53.xml" Id="R4fc65212536c45b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efd772cab084b44" /><Relationship Type="http://schemas.openxmlformats.org/officeDocument/2006/relationships/notesSlide" Target="/ppt/notesSlides/notesSlide54.xml" Id="Re1e51f5744634b9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e526fce4d374fea" /><Relationship Type="http://schemas.openxmlformats.org/officeDocument/2006/relationships/notesSlide" Target="/ppt/notesSlides/notesSlide55.xml" Id="R5196a2d6b8874a8d"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4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4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4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95"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96"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97"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98"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Tree>
    <p:extLst>
      <p:ext uri="{BB962C8B-B14F-4D97-AF65-F5344CB8AC3E}">
        <p14:creationId xmlns:p14="http://schemas.microsoft.com/office/powerpoint/2010/main" val="888420416"/>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a581b7f9d042425b"/>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2fab6f535cc04cec"/>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Log signals for evidence; reserve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3720a237139466b"/>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e2c98b428504221"/>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10</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INSERT BUG FINDER RESULT / REPORT HERE</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INSERT CODE PROVER RESULT / REPORT HERE</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1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cef4280681e44a8"/>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abcf572d118491e"/>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13d3d277f684ec1"/>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cef5cc69f0d453a"/>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c52906378124150"/>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aad12d5432a4596"/>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398169880a242a8"/>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362104e09f6473a"/>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ca2753c25d54ad2"/>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048bf2b7651435b"/>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3e07ecaa1834c19"/>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23ee0e2c1fd4a36"/>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bf5a96a0da047f9"/>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f0b417eb9344a72"/>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Tree>
    <p:extLst>
      <p:ext uri="{BB962C8B-B14F-4D97-AF65-F5344CB8AC3E}">
        <p14:creationId xmlns:p14="http://schemas.microsoft.com/office/powerpoint/2010/main" val="123405340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Tree>
    <p:extLst>
      <p:ext uri="{BB962C8B-B14F-4D97-AF65-F5344CB8AC3E}">
        <p14:creationId xmlns:p14="http://schemas.microsoft.com/office/powerpoint/2010/main" val="445827379"/>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Tree>
    <p:extLst>
      <p:ext uri="{BB962C8B-B14F-4D97-AF65-F5344CB8AC3E}">
        <p14:creationId xmlns:p14="http://schemas.microsoft.com/office/powerpoint/2010/main" val="161251418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354341949"/>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Tree>
    <p:extLst>
      <p:ext uri="{BB962C8B-B14F-4D97-AF65-F5344CB8AC3E}">
        <p14:creationId xmlns:p14="http://schemas.microsoft.com/office/powerpoint/2010/main" val="354341949"/>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Tree>
    <p:extLst>
      <p:ext uri="{BB962C8B-B14F-4D97-AF65-F5344CB8AC3E}">
        <p14:creationId xmlns:p14="http://schemas.microsoft.com/office/powerpoint/2010/main" val="354341949"/>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5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5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5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33</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394"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95"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96"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97"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98"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34</a:t>
            </a:r>
          </a:p>
        </p:txBody>
      </p:sp>
    </p:spTree>
    <p:extLst>
      <p:ext uri="{BB962C8B-B14F-4D97-AF65-F5344CB8AC3E}">
        <p14:creationId xmlns:p14="http://schemas.microsoft.com/office/powerpoint/2010/main" val="125380021"/>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Tree>
    <p:extLst>
      <p:ext uri="{BB962C8B-B14F-4D97-AF65-F5344CB8AC3E}">
        <p14:creationId xmlns:p14="http://schemas.microsoft.com/office/powerpoint/2010/main" val="445827379"/>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37</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38</a:t>
            </a:r>
          </a:p>
        </p:txBody>
      </p:sp>
    </p:spTree>
    <p:extLst>
      <p:ext uri="{BB962C8B-B14F-4D97-AF65-F5344CB8AC3E}">
        <p14:creationId xmlns:p14="http://schemas.microsoft.com/office/powerpoint/2010/main" val="1092961568"/>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38</a:t>
            </a:r>
          </a:p>
        </p:txBody>
      </p:sp>
    </p:spTree>
    <p:extLst>
      <p:ext uri="{BB962C8B-B14F-4D97-AF65-F5344CB8AC3E}">
        <p14:creationId xmlns:p14="http://schemas.microsoft.com/office/powerpoint/2010/main" val="1092961568"/>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39</a:t>
            </a:r>
          </a:p>
        </p:txBody>
      </p:sp>
    </p:spTree>
    <p:extLst>
      <p:ext uri="{BB962C8B-B14F-4D97-AF65-F5344CB8AC3E}">
        <p14:creationId xmlns:p14="http://schemas.microsoft.com/office/powerpoint/2010/main" val="1450052894"/>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40</a:t>
            </a:r>
          </a:p>
        </p:txBody>
      </p:sp>
    </p:spTree>
    <p:extLst>
      <p:ext uri="{BB962C8B-B14F-4D97-AF65-F5344CB8AC3E}">
        <p14:creationId xmlns:p14="http://schemas.microsoft.com/office/powerpoint/2010/main" val="786167458"/>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Tree>
    <p:extLst>
      <p:ext uri="{BB962C8B-B14F-4D97-AF65-F5344CB8AC3E}">
        <p14:creationId xmlns:p14="http://schemas.microsoft.com/office/powerpoint/2010/main" val="28635293"/>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42</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30"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31"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32"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33"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34"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43</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94"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95"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96"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97"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5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5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45</a:t>
            </a:r>
          </a:p>
        </p:txBody>
      </p:sp>
    </p:spTree>
    <p:extLst>
      <p:ext uri="{BB962C8B-B14F-4D97-AF65-F5344CB8AC3E}">
        <p14:creationId xmlns:p14="http://schemas.microsoft.com/office/powerpoint/2010/main" val="80763658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Tree>
    <p:extLst>
      <p:ext uri="{BB962C8B-B14F-4D97-AF65-F5344CB8AC3E}">
        <p14:creationId xmlns:p14="http://schemas.microsoft.com/office/powerpoint/2010/main" val="140704512"/>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RCF closes the model with independent verification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 component:  __________________________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Baseline / version / checksum:  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Allocated system requirement IDs:  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Verification method and acceptance criteria:  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Executed evidence IDs and results:  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settings / test / build configuration:  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Findings, anomalies, and dispositions:  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Independent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D6CDF"/>
                </a:solidFill>
                <a:latin typeface="Aptos"/>
                <a:ea typeface="Aptos"/>
                <a:cs typeface="Aptos"/>
              </a:defRPr>
            </a:pPr>
            <a:r>
              <a:rPr sz="1425" b="1">
                <a:solidFill>
                  <a:srgbClr val="2D6CDF"/>
                </a:solidFill>
                <a:latin typeface="Aptos"/>
                <a:ea typeface="Aptos"/>
                <a:cs typeface="Aptos"/>
              </a:rPr>
              <a:t>INDEPENDENT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Model owner / author:  ________________________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Independent verifier / organization:  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Approver / designated authority:  _________________</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Completion status:  ☐ Accepted  ☐ Conditional  ☐ Open</a:t>
            </a:r>
          </a:p>
          <a:p xmlns:a="http://schemas.openxmlformats.org/drawingml/2006/main">
            <a:pPr algn="l">
              <a:buNone/>
              <a:defRPr sz="1133" b="1">
                <a:solidFill>
                  <a:srgbClr val="0B1F33"/>
                </a:solidFill>
                <a:latin typeface="Aptos"/>
                <a:ea typeface="Aptos"/>
                <a:cs typeface="Aptos"/>
              </a:defRPr>
            </a:pPr>
            <a:r>
              <a:rPr sz="1133"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EXIT CONDITION  •  controlled model baseline + traceability + executed evidence + resolved findings + required independent signature(s)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81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38" b="1">
                <a:solidFill>
                  <a:srgbClr val="5D7487"/>
                </a:solidFill>
                <a:latin typeface="Aptos"/>
                <a:ea typeface="Aptos"/>
                <a:cs typeface="Aptos"/>
              </a:defRPr>
            </a:pPr>
            <a:r>
              <a:rPr sz="938" b="1">
                <a:solidFill>
                  <a:srgbClr val="5D7487"/>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5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2026-08-27T14:37:33.8350000Z</dcterms:created>
  <dcterms:modified xsi:type="dcterms:W3CDTF">2026-08-27T14:37:33.8350000Z</dcterms:modified>
</coreProperties>
</file>